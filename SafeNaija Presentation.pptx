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14"/>
  </p:notesMasterIdLst>
  <p:sldIdLst>
    <p:sldId id="256" r:id="rId2"/>
    <p:sldId id="258" r:id="rId3"/>
    <p:sldId id="263" r:id="rId4"/>
    <p:sldId id="264" r:id="rId5"/>
    <p:sldId id="340" r:id="rId6"/>
    <p:sldId id="269" r:id="rId7"/>
    <p:sldId id="296" r:id="rId8"/>
    <p:sldId id="281" r:id="rId9"/>
    <p:sldId id="342" r:id="rId10"/>
    <p:sldId id="343" r:id="rId11"/>
    <p:sldId id="282" r:id="rId12"/>
    <p:sldId id="315" r:id="rId13"/>
  </p:sldIdLst>
  <p:sldSz cx="9144000" cy="5143500" type="screen16x9"/>
  <p:notesSz cx="6858000" cy="9144000"/>
  <p:embeddedFontLst>
    <p:embeddedFont>
      <p:font typeface="Aldrich" panose="020B0604020202020204" charset="0"/>
      <p:regular r:id="rId15"/>
    </p:embeddedFont>
    <p:embeddedFont>
      <p:font typeface="Bai Jamjuree" panose="020B0604020202020204" charset="-34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60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D5684D-EAE9-4EE6-96B4-243260CDCED6}">
  <a:tblStyle styleId="{87D5684D-EAE9-4EE6-96B4-243260CDCE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49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89" name="Google Shape;25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127f379f98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10" name="Google Shape;2610;g127f379f98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Google Shape;2781;g127f379f98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2" name="Google Shape;2782;g127f379f983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13e9dbcaf0c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67" name="Google Shape;2867;g13e9dbcaf0c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8">
          <a:extLst>
            <a:ext uri="{FF2B5EF4-FFF2-40B4-BE49-F238E27FC236}">
              <a16:creationId xmlns:a16="http://schemas.microsoft.com/office/drawing/2014/main" id="{535BB834-BFFE-DCB9-73A0-2D5BD478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g12948bcd1fb_0_22395:notes">
            <a:extLst>
              <a:ext uri="{FF2B5EF4-FFF2-40B4-BE49-F238E27FC236}">
                <a16:creationId xmlns:a16="http://schemas.microsoft.com/office/drawing/2014/main" id="{F854313F-44FF-6D44-E2CC-F9BA643295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90" name="Google Shape;4690;g12948bcd1fb_0_22395:notes">
            <a:extLst>
              <a:ext uri="{FF2B5EF4-FFF2-40B4-BE49-F238E27FC236}">
                <a16:creationId xmlns:a16="http://schemas.microsoft.com/office/drawing/2014/main" id="{44D1E099-2D91-B092-9E12-C5DF59080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51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12948bcd1fb_0_22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005" name="Google Shape;3005;g12948bcd1fb_0_22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8" name="Google Shape;4148;g13e437834e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49" name="Google Shape;4149;g13e437834e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g12948bcd1fb_0_23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35" name="Google Shape;3435;g12948bcd1fb_0_23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3">
          <a:extLst>
            <a:ext uri="{FF2B5EF4-FFF2-40B4-BE49-F238E27FC236}">
              <a16:creationId xmlns:a16="http://schemas.microsoft.com/office/drawing/2014/main" id="{E70AA597-117D-B174-520B-F4920ED6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g12948bcd1fb_0_23018:notes">
            <a:extLst>
              <a:ext uri="{FF2B5EF4-FFF2-40B4-BE49-F238E27FC236}">
                <a16:creationId xmlns:a16="http://schemas.microsoft.com/office/drawing/2014/main" id="{3971A410-2B42-1984-97E5-5AF43D76B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35" name="Google Shape;3435;g12948bcd1fb_0_23018:notes">
            <a:extLst>
              <a:ext uri="{FF2B5EF4-FFF2-40B4-BE49-F238E27FC236}">
                <a16:creationId xmlns:a16="http://schemas.microsoft.com/office/drawing/2014/main" id="{C5CA870C-DF09-E33C-D616-0EFB673B8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405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g13e437834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63" name="Google Shape;3463;g13e437834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1" name="Google Shape;6721;g12948bcd1fb_0_22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722" name="Google Shape;6722;g12948bcd1fb_0_22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48525" y="3290708"/>
            <a:ext cx="6647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" name="Google Shape;14;p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7" name="Google Shape;17;p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2" name="Google Shape;22;p2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27" name="Google Shape;27;p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76" name="Google Shape;76;p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7796285" y="2758125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 txBox="1">
            <a:spLocks noGrp="1"/>
          </p:cNvSpPr>
          <p:nvPr>
            <p:ph type="title" hasCustomPrompt="1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>
            <a:spLocks noGrp="1"/>
          </p:cNvSpPr>
          <p:nvPr>
            <p:ph type="subTitle" idx="1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13"/>
          <p:cNvSpPr txBox="1">
            <a:spLocks noGrp="1"/>
          </p:cNvSpPr>
          <p:nvPr>
            <p:ph type="subTitle" idx="2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title" idx="3" hasCustomPrompt="1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>
            <a:spLocks noGrp="1"/>
          </p:cNvSpPr>
          <p:nvPr>
            <p:ph type="subTitle" idx="4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5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6" hasCustomPrompt="1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subTitle" idx="7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13"/>
          <p:cNvSpPr txBox="1">
            <a:spLocks noGrp="1"/>
          </p:cNvSpPr>
          <p:nvPr>
            <p:ph type="subTitle" idx="8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9" hasCustomPrompt="1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subTitle" idx="13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13"/>
          <p:cNvSpPr txBox="1">
            <a:spLocks noGrp="1"/>
          </p:cNvSpPr>
          <p:nvPr>
            <p:ph type="subTitle" idx="14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title" idx="15" hasCustomPrompt="1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16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17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title" idx="18" hasCustomPrompt="1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9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20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title" idx="21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576" name="Google Shape;576;p13"/>
          <p:cNvGrpSpPr/>
          <p:nvPr/>
        </p:nvGrpSpPr>
        <p:grpSpPr>
          <a:xfrm>
            <a:off x="8246982" y="3524700"/>
            <a:ext cx="1039906" cy="679800"/>
            <a:chOff x="4082325" y="3790650"/>
            <a:chExt cx="1039906" cy="679800"/>
          </a:xfrm>
        </p:grpSpPr>
        <p:sp>
          <p:nvSpPr>
            <p:cNvPr id="577" name="Google Shape;577;p13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13"/>
          <p:cNvGrpSpPr/>
          <p:nvPr/>
        </p:nvGrpSpPr>
        <p:grpSpPr>
          <a:xfrm>
            <a:off x="-846423" y="4392645"/>
            <a:ext cx="1965289" cy="517060"/>
            <a:chOff x="3539975" y="3523525"/>
            <a:chExt cx="745925" cy="196250"/>
          </a:xfrm>
        </p:grpSpPr>
        <p:sp>
          <p:nvSpPr>
            <p:cNvPr id="581" name="Google Shape;581;p1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13"/>
          <p:cNvGrpSpPr/>
          <p:nvPr/>
        </p:nvGrpSpPr>
        <p:grpSpPr>
          <a:xfrm flipH="1">
            <a:off x="-3594575" y="-199329"/>
            <a:ext cx="4000413" cy="3175881"/>
            <a:chOff x="5207925" y="-1994879"/>
            <a:chExt cx="4000413" cy="3175881"/>
          </a:xfrm>
        </p:grpSpPr>
        <p:sp>
          <p:nvSpPr>
            <p:cNvPr id="598" name="Google Shape;598;p13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1_1_1_1_2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18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18"/>
          <p:cNvSpPr txBox="1">
            <a:spLocks noGrp="1"/>
          </p:cNvSpPr>
          <p:nvPr>
            <p:ph type="subTitle" idx="1"/>
          </p:nvPr>
        </p:nvSpPr>
        <p:spPr>
          <a:xfrm>
            <a:off x="5509997" y="3018746"/>
            <a:ext cx="22818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2" name="Google Shape;782;p18"/>
          <p:cNvSpPr txBox="1">
            <a:spLocks noGrp="1"/>
          </p:cNvSpPr>
          <p:nvPr>
            <p:ph type="subTitle" idx="2"/>
          </p:nvPr>
        </p:nvSpPr>
        <p:spPr>
          <a:xfrm>
            <a:off x="5509984" y="3411654"/>
            <a:ext cx="2281800" cy="8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18"/>
          <p:cNvSpPr txBox="1">
            <a:spLocks noGrp="1"/>
          </p:cNvSpPr>
          <p:nvPr>
            <p:ph type="subTitle" idx="3"/>
          </p:nvPr>
        </p:nvSpPr>
        <p:spPr>
          <a:xfrm>
            <a:off x="2027671" y="3018746"/>
            <a:ext cx="22818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18"/>
          <p:cNvSpPr txBox="1">
            <a:spLocks noGrp="1"/>
          </p:cNvSpPr>
          <p:nvPr>
            <p:ph type="subTitle" idx="4"/>
          </p:nvPr>
        </p:nvSpPr>
        <p:spPr>
          <a:xfrm>
            <a:off x="2027646" y="3411654"/>
            <a:ext cx="2281800" cy="8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18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786" name="Google Shape;786;p18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787" name="Google Shape;787;p18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8"/>
          <p:cNvGrpSpPr/>
          <p:nvPr/>
        </p:nvGrpSpPr>
        <p:grpSpPr>
          <a:xfrm>
            <a:off x="357713" y="1439175"/>
            <a:ext cx="357454" cy="956304"/>
            <a:chOff x="357713" y="600975"/>
            <a:chExt cx="357454" cy="956304"/>
          </a:xfrm>
        </p:grpSpPr>
        <p:sp>
          <p:nvSpPr>
            <p:cNvPr id="790" name="Google Shape;790;p1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8"/>
          <p:cNvGrpSpPr/>
          <p:nvPr/>
        </p:nvGrpSpPr>
        <p:grpSpPr>
          <a:xfrm>
            <a:off x="4216658" y="4528371"/>
            <a:ext cx="793256" cy="182899"/>
            <a:chOff x="2685575" y="2835950"/>
            <a:chExt cx="433000" cy="99825"/>
          </a:xfrm>
        </p:grpSpPr>
        <p:sp>
          <p:nvSpPr>
            <p:cNvPr id="795" name="Google Shape;795;p18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18"/>
          <p:cNvGrpSpPr/>
          <p:nvPr/>
        </p:nvGrpSpPr>
        <p:grpSpPr>
          <a:xfrm>
            <a:off x="8323390" y="3373645"/>
            <a:ext cx="1965289" cy="517060"/>
            <a:chOff x="3539975" y="3523525"/>
            <a:chExt cx="745925" cy="196250"/>
          </a:xfrm>
        </p:grpSpPr>
        <p:sp>
          <p:nvSpPr>
            <p:cNvPr id="800" name="Google Shape;800;p1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6" name="Google Shape;816;p18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rot="10800000" flipH="1">
            <a:off x="6828749" y="-445753"/>
            <a:ext cx="9353213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18"/>
          <p:cNvSpPr txBox="1">
            <a:spLocks noGrp="1"/>
          </p:cNvSpPr>
          <p:nvPr>
            <p:ph type="subTitle" idx="5"/>
          </p:nvPr>
        </p:nvSpPr>
        <p:spPr>
          <a:xfrm>
            <a:off x="5509997" y="1585321"/>
            <a:ext cx="22818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18"/>
          <p:cNvSpPr txBox="1">
            <a:spLocks noGrp="1"/>
          </p:cNvSpPr>
          <p:nvPr>
            <p:ph type="subTitle" idx="6"/>
          </p:nvPr>
        </p:nvSpPr>
        <p:spPr>
          <a:xfrm>
            <a:off x="5509984" y="1978229"/>
            <a:ext cx="2281800" cy="8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9" name="Google Shape;819;p18"/>
          <p:cNvSpPr txBox="1">
            <a:spLocks noGrp="1"/>
          </p:cNvSpPr>
          <p:nvPr>
            <p:ph type="subTitle" idx="7"/>
          </p:nvPr>
        </p:nvSpPr>
        <p:spPr>
          <a:xfrm>
            <a:off x="2027671" y="1585321"/>
            <a:ext cx="22818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0" name="Google Shape;820;p18"/>
          <p:cNvSpPr txBox="1">
            <a:spLocks noGrp="1"/>
          </p:cNvSpPr>
          <p:nvPr>
            <p:ph type="subTitle" idx="8"/>
          </p:nvPr>
        </p:nvSpPr>
        <p:spPr>
          <a:xfrm>
            <a:off x="2027646" y="1978229"/>
            <a:ext cx="2281800" cy="8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_1_1_1_2_1"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19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19"/>
          <p:cNvSpPr txBox="1">
            <a:spLocks noGrp="1"/>
          </p:cNvSpPr>
          <p:nvPr>
            <p:ph type="subTitle" idx="1"/>
          </p:nvPr>
        </p:nvSpPr>
        <p:spPr>
          <a:xfrm>
            <a:off x="4874072" y="3821141"/>
            <a:ext cx="20400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19"/>
          <p:cNvSpPr txBox="1">
            <a:spLocks noGrp="1"/>
          </p:cNvSpPr>
          <p:nvPr>
            <p:ph type="subTitle" idx="2"/>
          </p:nvPr>
        </p:nvSpPr>
        <p:spPr>
          <a:xfrm>
            <a:off x="4874053" y="4083223"/>
            <a:ext cx="2040000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19"/>
          <p:cNvSpPr txBox="1">
            <a:spLocks noGrp="1"/>
          </p:cNvSpPr>
          <p:nvPr>
            <p:ph type="subTitle" idx="3"/>
          </p:nvPr>
        </p:nvSpPr>
        <p:spPr>
          <a:xfrm>
            <a:off x="2229956" y="3821141"/>
            <a:ext cx="20400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6" name="Google Shape;826;p19"/>
          <p:cNvSpPr txBox="1">
            <a:spLocks noGrp="1"/>
          </p:cNvSpPr>
          <p:nvPr>
            <p:ph type="subTitle" idx="4"/>
          </p:nvPr>
        </p:nvSpPr>
        <p:spPr>
          <a:xfrm>
            <a:off x="2229928" y="4083223"/>
            <a:ext cx="2040000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9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9"/>
          <p:cNvSpPr txBox="1">
            <a:spLocks noGrp="1"/>
          </p:cNvSpPr>
          <p:nvPr>
            <p:ph type="subTitle" idx="5"/>
          </p:nvPr>
        </p:nvSpPr>
        <p:spPr>
          <a:xfrm>
            <a:off x="4874072" y="2007179"/>
            <a:ext cx="20400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19"/>
          <p:cNvSpPr txBox="1">
            <a:spLocks noGrp="1"/>
          </p:cNvSpPr>
          <p:nvPr>
            <p:ph type="subTitle" idx="6"/>
          </p:nvPr>
        </p:nvSpPr>
        <p:spPr>
          <a:xfrm>
            <a:off x="4874053" y="2269265"/>
            <a:ext cx="2040000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0" name="Google Shape;830;p19"/>
          <p:cNvSpPr txBox="1">
            <a:spLocks noGrp="1"/>
          </p:cNvSpPr>
          <p:nvPr>
            <p:ph type="subTitle" idx="7"/>
          </p:nvPr>
        </p:nvSpPr>
        <p:spPr>
          <a:xfrm>
            <a:off x="2229956" y="2007179"/>
            <a:ext cx="20400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19"/>
          <p:cNvSpPr txBox="1">
            <a:spLocks noGrp="1"/>
          </p:cNvSpPr>
          <p:nvPr>
            <p:ph type="subTitle" idx="8"/>
          </p:nvPr>
        </p:nvSpPr>
        <p:spPr>
          <a:xfrm>
            <a:off x="2229928" y="2269265"/>
            <a:ext cx="2040000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2" name="Google Shape;832;p19"/>
          <p:cNvGrpSpPr/>
          <p:nvPr/>
        </p:nvGrpSpPr>
        <p:grpSpPr>
          <a:xfrm>
            <a:off x="398750" y="1564070"/>
            <a:ext cx="282284" cy="284718"/>
            <a:chOff x="431259" y="3302025"/>
            <a:chExt cx="215616" cy="217475"/>
          </a:xfrm>
        </p:grpSpPr>
        <p:sp>
          <p:nvSpPr>
            <p:cNvPr id="833" name="Google Shape;833;p19"/>
            <p:cNvSpPr/>
            <p:nvPr/>
          </p:nvSpPr>
          <p:spPr>
            <a:xfrm>
              <a:off x="431259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19"/>
          <p:cNvGrpSpPr/>
          <p:nvPr/>
        </p:nvGrpSpPr>
        <p:grpSpPr>
          <a:xfrm>
            <a:off x="357713" y="3191775"/>
            <a:ext cx="357454" cy="956304"/>
            <a:chOff x="357713" y="600975"/>
            <a:chExt cx="357454" cy="956304"/>
          </a:xfrm>
        </p:grpSpPr>
        <p:sp>
          <p:nvSpPr>
            <p:cNvPr id="836" name="Google Shape;836;p19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9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840;p19"/>
          <p:cNvGrpSpPr/>
          <p:nvPr/>
        </p:nvGrpSpPr>
        <p:grpSpPr>
          <a:xfrm>
            <a:off x="239464" y="4378897"/>
            <a:ext cx="2019176" cy="2019176"/>
            <a:chOff x="1943325" y="-220375"/>
            <a:chExt cx="1298672" cy="1298672"/>
          </a:xfrm>
        </p:grpSpPr>
        <p:sp>
          <p:nvSpPr>
            <p:cNvPr id="841" name="Google Shape;841;p19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9" name="Google Shape;889;p19"/>
          <p:cNvGrpSpPr/>
          <p:nvPr/>
        </p:nvGrpSpPr>
        <p:grpSpPr>
          <a:xfrm>
            <a:off x="7985565" y="3429220"/>
            <a:ext cx="1965289" cy="517060"/>
            <a:chOff x="3539975" y="3523525"/>
            <a:chExt cx="745925" cy="196250"/>
          </a:xfrm>
        </p:grpSpPr>
        <p:sp>
          <p:nvSpPr>
            <p:cNvPr id="890" name="Google Shape;890;p1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6" name="Google Shape;906;p19"/>
          <p:cNvSpPr/>
          <p:nvPr/>
        </p:nvSpPr>
        <p:spPr>
          <a:xfrm>
            <a:off x="1020350" y="239173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2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2"/>
          <p:cNvSpPr txBox="1">
            <a:spLocks noGrp="1"/>
          </p:cNvSpPr>
          <p:nvPr>
            <p:ph type="subTitle" idx="1"/>
          </p:nvPr>
        </p:nvSpPr>
        <p:spPr>
          <a:xfrm>
            <a:off x="3256861" y="1320575"/>
            <a:ext cx="22044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2" name="Google Shape;1032;p22"/>
          <p:cNvSpPr txBox="1">
            <a:spLocks noGrp="1"/>
          </p:cNvSpPr>
          <p:nvPr>
            <p:ph type="subTitle" idx="2"/>
          </p:nvPr>
        </p:nvSpPr>
        <p:spPr>
          <a:xfrm>
            <a:off x="3256856" y="1785026"/>
            <a:ext cx="3280200" cy="4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3" name="Google Shape;1033;p22"/>
          <p:cNvSpPr txBox="1">
            <a:spLocks noGrp="1"/>
          </p:cNvSpPr>
          <p:nvPr>
            <p:ph type="subTitle" idx="3"/>
          </p:nvPr>
        </p:nvSpPr>
        <p:spPr>
          <a:xfrm>
            <a:off x="3256861" y="2435975"/>
            <a:ext cx="22044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4" name="Google Shape;1034;p22"/>
          <p:cNvSpPr txBox="1">
            <a:spLocks noGrp="1"/>
          </p:cNvSpPr>
          <p:nvPr>
            <p:ph type="subTitle" idx="4"/>
          </p:nvPr>
        </p:nvSpPr>
        <p:spPr>
          <a:xfrm>
            <a:off x="3256856" y="2900426"/>
            <a:ext cx="3280200" cy="4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5" name="Google Shape;1035;p22"/>
          <p:cNvSpPr txBox="1">
            <a:spLocks noGrp="1"/>
          </p:cNvSpPr>
          <p:nvPr>
            <p:ph type="subTitle" idx="5"/>
          </p:nvPr>
        </p:nvSpPr>
        <p:spPr>
          <a:xfrm>
            <a:off x="3256861" y="3551375"/>
            <a:ext cx="22044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6" name="Google Shape;1036;p22"/>
          <p:cNvSpPr txBox="1">
            <a:spLocks noGrp="1"/>
          </p:cNvSpPr>
          <p:nvPr>
            <p:ph type="subTitle" idx="6"/>
          </p:nvPr>
        </p:nvSpPr>
        <p:spPr>
          <a:xfrm>
            <a:off x="3256856" y="4015826"/>
            <a:ext cx="3280200" cy="4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7" name="Google Shape;1037;p22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038" name="Google Shape;1038;p22"/>
          <p:cNvGrpSpPr/>
          <p:nvPr/>
        </p:nvGrpSpPr>
        <p:grpSpPr>
          <a:xfrm flipH="1">
            <a:off x="-760312" y="4088195"/>
            <a:ext cx="1965289" cy="517060"/>
            <a:chOff x="3539975" y="3523525"/>
            <a:chExt cx="745925" cy="196250"/>
          </a:xfrm>
        </p:grpSpPr>
        <p:sp>
          <p:nvSpPr>
            <p:cNvPr id="1039" name="Google Shape;1039;p2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5" name="Google Shape;1055;p22"/>
          <p:cNvGrpSpPr/>
          <p:nvPr/>
        </p:nvGrpSpPr>
        <p:grpSpPr>
          <a:xfrm>
            <a:off x="743688" y="1615450"/>
            <a:ext cx="357454" cy="956304"/>
            <a:chOff x="357713" y="600975"/>
            <a:chExt cx="357454" cy="956304"/>
          </a:xfrm>
        </p:grpSpPr>
        <p:sp>
          <p:nvSpPr>
            <p:cNvPr id="1056" name="Google Shape;1056;p2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_2_1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27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27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192" name="Google Shape;1192;p27"/>
          <p:cNvSpPr txBox="1">
            <a:spLocks noGrp="1"/>
          </p:cNvSpPr>
          <p:nvPr>
            <p:ph type="subTitle" idx="1"/>
          </p:nvPr>
        </p:nvSpPr>
        <p:spPr>
          <a:xfrm flipH="1">
            <a:off x="1015575" y="2384693"/>
            <a:ext cx="22818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3" name="Google Shape;1193;p27"/>
          <p:cNvSpPr txBox="1">
            <a:spLocks noGrp="1"/>
          </p:cNvSpPr>
          <p:nvPr>
            <p:ph type="subTitle" idx="2"/>
          </p:nvPr>
        </p:nvSpPr>
        <p:spPr>
          <a:xfrm>
            <a:off x="3431088" y="2871906"/>
            <a:ext cx="22818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27"/>
          <p:cNvSpPr txBox="1">
            <a:spLocks noGrp="1"/>
          </p:cNvSpPr>
          <p:nvPr>
            <p:ph type="subTitle" idx="3"/>
          </p:nvPr>
        </p:nvSpPr>
        <p:spPr>
          <a:xfrm>
            <a:off x="5846652" y="2384693"/>
            <a:ext cx="22818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5" name="Google Shape;1195;p27"/>
          <p:cNvSpPr txBox="1">
            <a:spLocks noGrp="1"/>
          </p:cNvSpPr>
          <p:nvPr>
            <p:ph type="subTitle" idx="4"/>
          </p:nvPr>
        </p:nvSpPr>
        <p:spPr>
          <a:xfrm>
            <a:off x="5846625" y="2871906"/>
            <a:ext cx="22818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p27"/>
          <p:cNvSpPr txBox="1">
            <a:spLocks noGrp="1"/>
          </p:cNvSpPr>
          <p:nvPr>
            <p:ph type="subTitle" idx="5"/>
          </p:nvPr>
        </p:nvSpPr>
        <p:spPr>
          <a:xfrm flipH="1">
            <a:off x="3431114" y="2384693"/>
            <a:ext cx="22818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7" name="Google Shape;1197;p27"/>
          <p:cNvSpPr txBox="1">
            <a:spLocks noGrp="1"/>
          </p:cNvSpPr>
          <p:nvPr>
            <p:ph type="subTitle" idx="6"/>
          </p:nvPr>
        </p:nvSpPr>
        <p:spPr>
          <a:xfrm>
            <a:off x="1015550" y="2871906"/>
            <a:ext cx="22818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8" name="Google Shape;1198;p27"/>
          <p:cNvSpPr txBox="1">
            <a:spLocks noGrp="1"/>
          </p:cNvSpPr>
          <p:nvPr>
            <p:ph type="title" idx="7" hasCustomPrompt="1"/>
          </p:nvPr>
        </p:nvSpPr>
        <p:spPr>
          <a:xfrm>
            <a:off x="1015550" y="1731675"/>
            <a:ext cx="2281800" cy="516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99" name="Google Shape;1199;p27"/>
          <p:cNvSpPr txBox="1">
            <a:spLocks noGrp="1"/>
          </p:cNvSpPr>
          <p:nvPr>
            <p:ph type="title" idx="8" hasCustomPrompt="1"/>
          </p:nvPr>
        </p:nvSpPr>
        <p:spPr>
          <a:xfrm>
            <a:off x="3431100" y="1735500"/>
            <a:ext cx="2281800" cy="516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200" name="Google Shape;1200;p27"/>
          <p:cNvSpPr txBox="1">
            <a:spLocks noGrp="1"/>
          </p:cNvSpPr>
          <p:nvPr>
            <p:ph type="title" idx="9" hasCustomPrompt="1"/>
          </p:nvPr>
        </p:nvSpPr>
        <p:spPr>
          <a:xfrm>
            <a:off x="5846650" y="1731513"/>
            <a:ext cx="2281800" cy="516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pic>
        <p:nvPicPr>
          <p:cNvPr id="1201" name="Google Shape;1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2" name="Google Shape;1202;p27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203" name="Google Shape;1203;p27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7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9" name="Google Shape;1219;p27"/>
          <p:cNvSpPr/>
          <p:nvPr/>
        </p:nvSpPr>
        <p:spPr>
          <a:xfrm>
            <a:off x="258688" y="225783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1_1_2_1_1"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30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30"/>
          <p:cNvSpPr txBox="1">
            <a:spLocks noGrp="1"/>
          </p:cNvSpPr>
          <p:nvPr>
            <p:ph type="subTitle" idx="1"/>
          </p:nvPr>
        </p:nvSpPr>
        <p:spPr>
          <a:xfrm flipH="1">
            <a:off x="6591267" y="1641425"/>
            <a:ext cx="18066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6" name="Google Shape;1286;p30"/>
          <p:cNvSpPr txBox="1">
            <a:spLocks noGrp="1"/>
          </p:cNvSpPr>
          <p:nvPr>
            <p:ph type="subTitle" idx="2"/>
          </p:nvPr>
        </p:nvSpPr>
        <p:spPr>
          <a:xfrm flipH="1">
            <a:off x="6591274" y="2105875"/>
            <a:ext cx="18066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7" name="Google Shape;1287;p30"/>
          <p:cNvSpPr txBox="1">
            <a:spLocks noGrp="1"/>
          </p:cNvSpPr>
          <p:nvPr>
            <p:ph type="subTitle" idx="3"/>
          </p:nvPr>
        </p:nvSpPr>
        <p:spPr>
          <a:xfrm flipH="1">
            <a:off x="971843" y="1641425"/>
            <a:ext cx="18066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8" name="Google Shape;1288;p30"/>
          <p:cNvSpPr txBox="1">
            <a:spLocks noGrp="1"/>
          </p:cNvSpPr>
          <p:nvPr>
            <p:ph type="subTitle" idx="4"/>
          </p:nvPr>
        </p:nvSpPr>
        <p:spPr>
          <a:xfrm flipH="1">
            <a:off x="971849" y="2105875"/>
            <a:ext cx="18066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9" name="Google Shape;1289;p30"/>
          <p:cNvSpPr txBox="1">
            <a:spLocks noGrp="1"/>
          </p:cNvSpPr>
          <p:nvPr>
            <p:ph type="subTitle" idx="5"/>
          </p:nvPr>
        </p:nvSpPr>
        <p:spPr>
          <a:xfrm>
            <a:off x="3781555" y="1641425"/>
            <a:ext cx="18066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0" name="Google Shape;1290;p30"/>
          <p:cNvSpPr txBox="1">
            <a:spLocks noGrp="1"/>
          </p:cNvSpPr>
          <p:nvPr>
            <p:ph type="subTitle" idx="6"/>
          </p:nvPr>
        </p:nvSpPr>
        <p:spPr>
          <a:xfrm>
            <a:off x="3781562" y="2105875"/>
            <a:ext cx="18066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1" name="Google Shape;1291;p30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292" name="Google Shape;1292;p30"/>
          <p:cNvSpPr txBox="1">
            <a:spLocks noGrp="1"/>
          </p:cNvSpPr>
          <p:nvPr>
            <p:ph type="subTitle" idx="7"/>
          </p:nvPr>
        </p:nvSpPr>
        <p:spPr>
          <a:xfrm>
            <a:off x="5186411" y="2858475"/>
            <a:ext cx="18066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3" name="Google Shape;1293;p30"/>
          <p:cNvSpPr txBox="1">
            <a:spLocks noGrp="1"/>
          </p:cNvSpPr>
          <p:nvPr>
            <p:ph type="subTitle" idx="8"/>
          </p:nvPr>
        </p:nvSpPr>
        <p:spPr>
          <a:xfrm>
            <a:off x="5186418" y="3322925"/>
            <a:ext cx="18066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4" name="Google Shape;1294;p30"/>
          <p:cNvSpPr txBox="1">
            <a:spLocks noGrp="1"/>
          </p:cNvSpPr>
          <p:nvPr>
            <p:ph type="subTitle" idx="9"/>
          </p:nvPr>
        </p:nvSpPr>
        <p:spPr>
          <a:xfrm>
            <a:off x="2376699" y="2858475"/>
            <a:ext cx="18066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5" name="Google Shape;1295;p30"/>
          <p:cNvSpPr txBox="1">
            <a:spLocks noGrp="1"/>
          </p:cNvSpPr>
          <p:nvPr>
            <p:ph type="subTitle" idx="13"/>
          </p:nvPr>
        </p:nvSpPr>
        <p:spPr>
          <a:xfrm>
            <a:off x="2376705" y="3322925"/>
            <a:ext cx="18066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96" name="Google Shape;12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762901" y="3752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7" name="Google Shape;1297;p30"/>
          <p:cNvGrpSpPr/>
          <p:nvPr/>
        </p:nvGrpSpPr>
        <p:grpSpPr>
          <a:xfrm rot="10800000" flipH="1">
            <a:off x="400702" y="1439175"/>
            <a:ext cx="283332" cy="284718"/>
            <a:chOff x="432750" y="3302025"/>
            <a:chExt cx="216416" cy="217475"/>
          </a:xfrm>
        </p:grpSpPr>
        <p:sp>
          <p:nvSpPr>
            <p:cNvPr id="1298" name="Google Shape;1298;p30"/>
            <p:cNvSpPr/>
            <p:nvPr/>
          </p:nvSpPr>
          <p:spPr>
            <a:xfrm>
              <a:off x="435041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30"/>
          <p:cNvGrpSpPr/>
          <p:nvPr/>
        </p:nvGrpSpPr>
        <p:grpSpPr>
          <a:xfrm rot="10800000" flipH="1">
            <a:off x="357713" y="2873685"/>
            <a:ext cx="357454" cy="956304"/>
            <a:chOff x="357713" y="600975"/>
            <a:chExt cx="357454" cy="956304"/>
          </a:xfrm>
        </p:grpSpPr>
        <p:sp>
          <p:nvSpPr>
            <p:cNvPr id="1301" name="Google Shape;1301;p30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30"/>
          <p:cNvGrpSpPr/>
          <p:nvPr/>
        </p:nvGrpSpPr>
        <p:grpSpPr>
          <a:xfrm>
            <a:off x="8013814" y="-799203"/>
            <a:ext cx="2019176" cy="2019176"/>
            <a:chOff x="1943325" y="-220375"/>
            <a:chExt cx="1298672" cy="1298672"/>
          </a:xfrm>
        </p:grpSpPr>
        <p:sp>
          <p:nvSpPr>
            <p:cNvPr id="1306" name="Google Shape;1306;p3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7743940" y="3454070"/>
            <a:ext cx="1965289" cy="517060"/>
            <a:chOff x="3539975" y="3523525"/>
            <a:chExt cx="745925" cy="196250"/>
          </a:xfrm>
        </p:grpSpPr>
        <p:sp>
          <p:nvSpPr>
            <p:cNvPr id="1355" name="Google Shape;1355;p30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2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31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31"/>
          <p:cNvSpPr txBox="1">
            <a:spLocks noGrp="1"/>
          </p:cNvSpPr>
          <p:nvPr>
            <p:ph type="subTitle" idx="1"/>
          </p:nvPr>
        </p:nvSpPr>
        <p:spPr>
          <a:xfrm>
            <a:off x="3438593" y="1489025"/>
            <a:ext cx="22668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4" name="Google Shape;1374;p31"/>
          <p:cNvSpPr txBox="1">
            <a:spLocks noGrp="1"/>
          </p:cNvSpPr>
          <p:nvPr>
            <p:ph type="subTitle" idx="2"/>
          </p:nvPr>
        </p:nvSpPr>
        <p:spPr>
          <a:xfrm>
            <a:off x="3438584" y="1953475"/>
            <a:ext cx="22668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5" name="Google Shape;1375;p31"/>
          <p:cNvSpPr txBox="1">
            <a:spLocks noGrp="1"/>
          </p:cNvSpPr>
          <p:nvPr>
            <p:ph type="subTitle" idx="3"/>
          </p:nvPr>
        </p:nvSpPr>
        <p:spPr>
          <a:xfrm>
            <a:off x="5905480" y="1489025"/>
            <a:ext cx="22668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6" name="Google Shape;1376;p31"/>
          <p:cNvSpPr txBox="1">
            <a:spLocks noGrp="1"/>
          </p:cNvSpPr>
          <p:nvPr>
            <p:ph type="subTitle" idx="4"/>
          </p:nvPr>
        </p:nvSpPr>
        <p:spPr>
          <a:xfrm>
            <a:off x="5905472" y="1953475"/>
            <a:ext cx="22668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7" name="Google Shape;1377;p31"/>
          <p:cNvSpPr txBox="1">
            <a:spLocks noGrp="1"/>
          </p:cNvSpPr>
          <p:nvPr>
            <p:ph type="subTitle" idx="5"/>
          </p:nvPr>
        </p:nvSpPr>
        <p:spPr>
          <a:xfrm>
            <a:off x="971706" y="1489025"/>
            <a:ext cx="22668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8" name="Google Shape;1378;p31"/>
          <p:cNvSpPr txBox="1">
            <a:spLocks noGrp="1"/>
          </p:cNvSpPr>
          <p:nvPr>
            <p:ph type="subTitle" idx="6"/>
          </p:nvPr>
        </p:nvSpPr>
        <p:spPr>
          <a:xfrm>
            <a:off x="971697" y="1953475"/>
            <a:ext cx="22668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9" name="Google Shape;1379;p31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380" name="Google Shape;1380;p31"/>
          <p:cNvSpPr txBox="1">
            <a:spLocks noGrp="1"/>
          </p:cNvSpPr>
          <p:nvPr>
            <p:ph type="subTitle" idx="7"/>
          </p:nvPr>
        </p:nvSpPr>
        <p:spPr>
          <a:xfrm>
            <a:off x="3438616" y="2934675"/>
            <a:ext cx="22668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1" name="Google Shape;1381;p31"/>
          <p:cNvSpPr txBox="1">
            <a:spLocks noGrp="1"/>
          </p:cNvSpPr>
          <p:nvPr>
            <p:ph type="subTitle" idx="8"/>
          </p:nvPr>
        </p:nvSpPr>
        <p:spPr>
          <a:xfrm>
            <a:off x="3438607" y="3399125"/>
            <a:ext cx="22668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2" name="Google Shape;1382;p31"/>
          <p:cNvSpPr txBox="1">
            <a:spLocks noGrp="1"/>
          </p:cNvSpPr>
          <p:nvPr>
            <p:ph type="subTitle" idx="9"/>
          </p:nvPr>
        </p:nvSpPr>
        <p:spPr>
          <a:xfrm>
            <a:off x="5905503" y="2934675"/>
            <a:ext cx="22668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3" name="Google Shape;1383;p31"/>
          <p:cNvSpPr txBox="1">
            <a:spLocks noGrp="1"/>
          </p:cNvSpPr>
          <p:nvPr>
            <p:ph type="subTitle" idx="13"/>
          </p:nvPr>
        </p:nvSpPr>
        <p:spPr>
          <a:xfrm>
            <a:off x="5905495" y="3399125"/>
            <a:ext cx="22668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4" name="Google Shape;1384;p31"/>
          <p:cNvSpPr txBox="1">
            <a:spLocks noGrp="1"/>
          </p:cNvSpPr>
          <p:nvPr>
            <p:ph type="subTitle" idx="14"/>
          </p:nvPr>
        </p:nvSpPr>
        <p:spPr>
          <a:xfrm>
            <a:off x="971729" y="2934675"/>
            <a:ext cx="22668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5" name="Google Shape;1385;p31"/>
          <p:cNvSpPr txBox="1">
            <a:spLocks noGrp="1"/>
          </p:cNvSpPr>
          <p:nvPr>
            <p:ph type="subTitle" idx="15"/>
          </p:nvPr>
        </p:nvSpPr>
        <p:spPr>
          <a:xfrm>
            <a:off x="971720" y="3399125"/>
            <a:ext cx="22668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86" name="Google Shape;13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7" name="Google Shape;1387;p31"/>
          <p:cNvGrpSpPr/>
          <p:nvPr/>
        </p:nvGrpSpPr>
        <p:grpSpPr>
          <a:xfrm>
            <a:off x="391864" y="3850070"/>
            <a:ext cx="289170" cy="284718"/>
            <a:chOff x="426000" y="3302025"/>
            <a:chExt cx="220875" cy="217475"/>
          </a:xfrm>
        </p:grpSpPr>
        <p:sp>
          <p:nvSpPr>
            <p:cNvPr id="1388" name="Google Shape;1388;p3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" name="Google Shape;1390;p31"/>
          <p:cNvGrpSpPr/>
          <p:nvPr/>
        </p:nvGrpSpPr>
        <p:grpSpPr>
          <a:xfrm>
            <a:off x="357713" y="1058175"/>
            <a:ext cx="357454" cy="956304"/>
            <a:chOff x="357713" y="600975"/>
            <a:chExt cx="357454" cy="956304"/>
          </a:xfrm>
        </p:grpSpPr>
        <p:sp>
          <p:nvSpPr>
            <p:cNvPr id="1391" name="Google Shape;1391;p3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5" name="Google Shape;1395;p31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396" name="Google Shape;1396;p3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2" name="Google Shape;1412;p31"/>
          <p:cNvSpPr/>
          <p:nvPr/>
        </p:nvSpPr>
        <p:spPr>
          <a:xfrm>
            <a:off x="258688" y="263883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2_1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34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34"/>
          <p:cNvSpPr txBox="1">
            <a:spLocks noGrp="1"/>
          </p:cNvSpPr>
          <p:nvPr>
            <p:ph type="title"/>
          </p:nvPr>
        </p:nvSpPr>
        <p:spPr>
          <a:xfrm>
            <a:off x="783900" y="1838875"/>
            <a:ext cx="3396000" cy="371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537" name="Google Shape;1537;p34"/>
          <p:cNvSpPr txBox="1">
            <a:spLocks noGrp="1"/>
          </p:cNvSpPr>
          <p:nvPr>
            <p:ph type="subTitle" idx="1"/>
          </p:nvPr>
        </p:nvSpPr>
        <p:spPr>
          <a:xfrm>
            <a:off x="784010" y="2332050"/>
            <a:ext cx="3396000" cy="11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38" name="Google Shape;1538;p34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rot="10800000" flipH="1">
            <a:off x="-731476" y="-1253478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9" name="Google Shape;1539;p34"/>
          <p:cNvGrpSpPr/>
          <p:nvPr/>
        </p:nvGrpSpPr>
        <p:grpSpPr>
          <a:xfrm rot="10800000" flipH="1">
            <a:off x="391864" y="1215484"/>
            <a:ext cx="289170" cy="284718"/>
            <a:chOff x="426000" y="3302025"/>
            <a:chExt cx="220875" cy="217475"/>
          </a:xfrm>
        </p:grpSpPr>
        <p:sp>
          <p:nvSpPr>
            <p:cNvPr id="1540" name="Google Shape;1540;p34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2" name="Google Shape;1542;p34"/>
          <p:cNvGrpSpPr/>
          <p:nvPr/>
        </p:nvGrpSpPr>
        <p:grpSpPr>
          <a:xfrm rot="10800000" flipH="1">
            <a:off x="357713" y="3564393"/>
            <a:ext cx="357454" cy="956304"/>
            <a:chOff x="357713" y="600975"/>
            <a:chExt cx="357454" cy="956304"/>
          </a:xfrm>
        </p:grpSpPr>
        <p:sp>
          <p:nvSpPr>
            <p:cNvPr id="1543" name="Google Shape;1543;p34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7" name="Google Shape;1547;p34"/>
          <p:cNvGrpSpPr/>
          <p:nvPr/>
        </p:nvGrpSpPr>
        <p:grpSpPr>
          <a:xfrm rot="10800000" flipH="1">
            <a:off x="5258308" y="4520702"/>
            <a:ext cx="793256" cy="182899"/>
            <a:chOff x="2685575" y="2835950"/>
            <a:chExt cx="433000" cy="99825"/>
          </a:xfrm>
        </p:grpSpPr>
        <p:sp>
          <p:nvSpPr>
            <p:cNvPr id="1548" name="Google Shape;1548;p3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2" name="Google Shape;1552;p34"/>
          <p:cNvGrpSpPr/>
          <p:nvPr/>
        </p:nvGrpSpPr>
        <p:grpSpPr>
          <a:xfrm rot="10800000" flipH="1">
            <a:off x="1363114" y="3961574"/>
            <a:ext cx="2019176" cy="2019176"/>
            <a:chOff x="1943325" y="-220375"/>
            <a:chExt cx="1298672" cy="1298672"/>
          </a:xfrm>
        </p:grpSpPr>
        <p:sp>
          <p:nvSpPr>
            <p:cNvPr id="1553" name="Google Shape;1553;p34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4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4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1" name="Google Shape;1601;p34"/>
          <p:cNvGrpSpPr/>
          <p:nvPr/>
        </p:nvGrpSpPr>
        <p:grpSpPr>
          <a:xfrm rot="10800000" flipH="1">
            <a:off x="8366565" y="1480192"/>
            <a:ext cx="1965289" cy="517060"/>
            <a:chOff x="3539975" y="3523525"/>
            <a:chExt cx="745925" cy="196250"/>
          </a:xfrm>
        </p:grpSpPr>
        <p:sp>
          <p:nvSpPr>
            <p:cNvPr id="1602" name="Google Shape;1602;p34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8" name="Google Shape;1618;p34"/>
          <p:cNvSpPr/>
          <p:nvPr/>
        </p:nvSpPr>
        <p:spPr>
          <a:xfrm rot="10800000" flipH="1">
            <a:off x="3819050" y="3824417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3" name="Google Shape;2413;p50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4" name="Google Shape;2414;p50"/>
          <p:cNvSpPr txBox="1">
            <a:spLocks noGrp="1"/>
          </p:cNvSpPr>
          <p:nvPr>
            <p:ph type="title"/>
          </p:nvPr>
        </p:nvSpPr>
        <p:spPr>
          <a:xfrm>
            <a:off x="866150" y="539000"/>
            <a:ext cx="3856500" cy="76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415" name="Google Shape;2415;p50"/>
          <p:cNvSpPr txBox="1">
            <a:spLocks noGrp="1"/>
          </p:cNvSpPr>
          <p:nvPr>
            <p:ph type="subTitle" idx="1"/>
          </p:nvPr>
        </p:nvSpPr>
        <p:spPr>
          <a:xfrm>
            <a:off x="866275" y="1672187"/>
            <a:ext cx="3856500" cy="10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6" name="Google Shape;2416;p50"/>
          <p:cNvSpPr txBox="1"/>
          <p:nvPr/>
        </p:nvSpPr>
        <p:spPr>
          <a:xfrm>
            <a:off x="872400" y="3715100"/>
            <a:ext cx="3246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CREDITS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: This presentation template was created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, and includes icons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and infographics &amp; images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grpSp>
        <p:nvGrpSpPr>
          <p:cNvPr id="2417" name="Google Shape;2417;p50"/>
          <p:cNvGrpSpPr/>
          <p:nvPr/>
        </p:nvGrpSpPr>
        <p:grpSpPr>
          <a:xfrm>
            <a:off x="-1416836" y="2858310"/>
            <a:ext cx="2019176" cy="2019176"/>
            <a:chOff x="1943325" y="-220375"/>
            <a:chExt cx="1298672" cy="1298672"/>
          </a:xfrm>
        </p:grpSpPr>
        <p:sp>
          <p:nvSpPr>
            <p:cNvPr id="2418" name="Google Shape;2418;p5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5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5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5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5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5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5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5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5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5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5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5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5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5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5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6" name="Google Shape;2466;p50"/>
          <p:cNvGrpSpPr/>
          <p:nvPr/>
        </p:nvGrpSpPr>
        <p:grpSpPr>
          <a:xfrm rot="-5400000">
            <a:off x="-3038008" y="-1227121"/>
            <a:ext cx="3952129" cy="3175881"/>
            <a:chOff x="5256209" y="-1994879"/>
            <a:chExt cx="3952129" cy="3175881"/>
          </a:xfrm>
        </p:grpSpPr>
        <p:sp>
          <p:nvSpPr>
            <p:cNvPr id="2467" name="Google Shape;2467;p50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0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p51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51"/>
          <p:cNvPicPr preferRelativeResize="0"/>
          <p:nvPr/>
        </p:nvPicPr>
        <p:blipFill rotWithShape="1">
          <a:blip r:embed="rId3">
            <a:alphaModFix amt="60000"/>
          </a:blip>
          <a:srcRect t="9" b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5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474" name="Google Shape;2474;p5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6" name="Google Shape;2476;p5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2477" name="Google Shape;2477;p5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5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482" name="Google Shape;2482;p51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6" name="Google Shape;2486;p5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7" name="Google Shape;2487;p5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03" name="Google Shape;250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Google Shape;2505;p5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52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flipH="1">
            <a:off x="-9" y="40160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7" name="Google Shape;2507;p52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2508" name="Google Shape;2508;p5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2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0" name="Google Shape;2510;p52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2511" name="Google Shape;2511;p5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9" name="Google Shape;2559;p52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2560" name="Google Shape;2560;p5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76" name="Google Shape;25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550" y="1152475"/>
            <a:ext cx="7713000" cy="3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4" r:id="rId4"/>
    <p:sldLayoutId id="2147483665" r:id="rId5"/>
    <p:sldLayoutId id="2147483668" r:id="rId6"/>
    <p:sldLayoutId id="2147483673" r:id="rId7"/>
    <p:sldLayoutId id="2147483676" r:id="rId8"/>
    <p:sldLayoutId id="2147483677" r:id="rId9"/>
    <p:sldLayoutId id="2147483680" r:id="rId10"/>
    <p:sldLayoutId id="2147483696" r:id="rId11"/>
    <p:sldLayoutId id="2147483697" r:id="rId12"/>
    <p:sldLayoutId id="2147483698" r:id="rId13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jp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58"/>
          <p:cNvSpPr txBox="1">
            <a:spLocks noGrp="1"/>
          </p:cNvSpPr>
          <p:nvPr>
            <p:ph type="ctrTitle"/>
          </p:nvPr>
        </p:nvSpPr>
        <p:spPr>
          <a:xfrm>
            <a:off x="1248375" y="1164349"/>
            <a:ext cx="6647100" cy="1066452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>
              <a:spcAft>
                <a:spcPts val="200"/>
              </a:spcAft>
            </a:pPr>
            <a:r>
              <a:rPr lang="en" sz="4800" dirty="0"/>
              <a:t>SafeNaija</a:t>
            </a:r>
            <a:br>
              <a:rPr lang="en" sz="4800" dirty="0"/>
            </a:br>
            <a:r>
              <a:rPr lang="en-US" sz="1600" dirty="0"/>
              <a:t>AI-Powered Emergency &amp; Crime Reporting System</a:t>
            </a:r>
            <a:br>
              <a:rPr lang="en" sz="4800" dirty="0"/>
            </a:br>
            <a:br>
              <a:rPr lang="en" sz="5800" dirty="0"/>
            </a:br>
            <a:br>
              <a:rPr lang="en" sz="5800" dirty="0"/>
            </a:br>
            <a:endParaRPr sz="5050" dirty="0">
              <a:solidFill>
                <a:schemeClr val="dk2"/>
              </a:solidFill>
            </a:endParaRPr>
          </a:p>
        </p:txBody>
      </p:sp>
      <p:cxnSp>
        <p:nvCxnSpPr>
          <p:cNvPr id="2594" name="Google Shape;2594;p58"/>
          <p:cNvCxnSpPr/>
          <p:nvPr/>
        </p:nvCxnSpPr>
        <p:spPr>
          <a:xfrm>
            <a:off x="1805027" y="2112504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2591;p58">
            <a:extLst>
              <a:ext uri="{FF2B5EF4-FFF2-40B4-BE49-F238E27FC236}">
                <a16:creationId xmlns:a16="http://schemas.microsoft.com/office/drawing/2014/main" id="{FBCC051F-C43F-7D43-F6F8-842AE45AB493}"/>
              </a:ext>
            </a:extLst>
          </p:cNvPr>
          <p:cNvSpPr txBox="1">
            <a:spLocks/>
          </p:cNvSpPr>
          <p:nvPr/>
        </p:nvSpPr>
        <p:spPr>
          <a:xfrm>
            <a:off x="657108" y="2711265"/>
            <a:ext cx="7348251" cy="75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numCol="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6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Ajibade Peter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Oloko Taiwo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Oyewale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Abdulsobur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4804;p111">
            <a:extLst>
              <a:ext uri="{FF2B5EF4-FFF2-40B4-BE49-F238E27FC236}">
                <a16:creationId xmlns:a16="http://schemas.microsoft.com/office/drawing/2014/main" id="{F36AC492-9B59-9902-4D22-744B0E5464C5}"/>
              </a:ext>
            </a:extLst>
          </p:cNvPr>
          <p:cNvSpPr txBox="1">
            <a:spLocks/>
          </p:cNvSpPr>
          <p:nvPr/>
        </p:nvSpPr>
        <p:spPr>
          <a:xfrm>
            <a:off x="3622951" y="2380253"/>
            <a:ext cx="1633540" cy="32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6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n-US" sz="2000" b="1" dirty="0"/>
              <a:t>OUR TEAM</a:t>
            </a:r>
          </a:p>
        </p:txBody>
      </p:sp>
      <p:sp>
        <p:nvSpPr>
          <p:cNvPr id="2" name="Google Shape;4804;p111">
            <a:extLst>
              <a:ext uri="{FF2B5EF4-FFF2-40B4-BE49-F238E27FC236}">
                <a16:creationId xmlns:a16="http://schemas.microsoft.com/office/drawing/2014/main" id="{D56A3EEC-DE0C-9124-A6D5-E1B38C340355}"/>
              </a:ext>
            </a:extLst>
          </p:cNvPr>
          <p:cNvSpPr txBox="1">
            <a:spLocks/>
          </p:cNvSpPr>
          <p:nvPr/>
        </p:nvSpPr>
        <p:spPr>
          <a:xfrm>
            <a:off x="1230628" y="2744324"/>
            <a:ext cx="1104948" cy="17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6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n-US" sz="1300" dirty="0">
                <a:solidFill>
                  <a:srgbClr val="FFFF99"/>
                </a:solidFill>
              </a:rPr>
              <a:t>Team lead</a:t>
            </a:r>
          </a:p>
        </p:txBody>
      </p:sp>
      <p:sp>
        <p:nvSpPr>
          <p:cNvPr id="3" name="Google Shape;4804;p111">
            <a:extLst>
              <a:ext uri="{FF2B5EF4-FFF2-40B4-BE49-F238E27FC236}">
                <a16:creationId xmlns:a16="http://schemas.microsoft.com/office/drawing/2014/main" id="{5FDA7FDC-6F7C-50E8-7C80-B94F46E104FC}"/>
              </a:ext>
            </a:extLst>
          </p:cNvPr>
          <p:cNvSpPr txBox="1">
            <a:spLocks/>
          </p:cNvSpPr>
          <p:nvPr/>
        </p:nvSpPr>
        <p:spPr>
          <a:xfrm>
            <a:off x="6897600" y="4671152"/>
            <a:ext cx="1589758" cy="17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6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drich"/>
              <a:buNone/>
              <a:defRPr sz="5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n-US" sz="1300" dirty="0">
                <a:solidFill>
                  <a:srgbClr val="FFFF99"/>
                </a:solidFill>
              </a:rPr>
              <a:t>25 – 03 - 2026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60"/>
          <p:cNvSpPr/>
          <p:nvPr/>
        </p:nvSpPr>
        <p:spPr>
          <a:xfrm>
            <a:off x="951017" y="364212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p60"/>
          <p:cNvSpPr/>
          <p:nvPr/>
        </p:nvSpPr>
        <p:spPr>
          <a:xfrm>
            <a:off x="951017" y="263197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7" name="Google Shape;2617;p60"/>
          <p:cNvSpPr/>
          <p:nvPr/>
        </p:nvSpPr>
        <p:spPr>
          <a:xfrm>
            <a:off x="934710" y="1416670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9" name="Google Shape;2619;p60"/>
          <p:cNvSpPr txBox="1">
            <a:spLocks noGrp="1"/>
          </p:cNvSpPr>
          <p:nvPr>
            <p:ph type="title"/>
          </p:nvPr>
        </p:nvSpPr>
        <p:spPr>
          <a:xfrm>
            <a:off x="817925" y="1340991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01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0" name="Google Shape;2620;p60"/>
          <p:cNvSpPr txBox="1">
            <a:spLocks noGrp="1"/>
          </p:cNvSpPr>
          <p:nvPr>
            <p:ph type="subTitle" idx="1"/>
          </p:nvPr>
        </p:nvSpPr>
        <p:spPr>
          <a:xfrm>
            <a:off x="1639625" y="1332068"/>
            <a:ext cx="5752233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sz="2000" b="1" dirty="0"/>
              <a:t>We don’t know who to call</a:t>
            </a:r>
            <a:endParaRPr sz="20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DB1FC15-F395-3D0D-37F2-F928356776D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636114" y="1731059"/>
            <a:ext cx="6337042" cy="597944"/>
          </a:xfrm>
        </p:spPr>
        <p:txBody>
          <a:bodyPr/>
          <a:lstStyle/>
          <a:p>
            <a:r>
              <a:rPr lang="en-US" dirty="0"/>
              <a:t>Citizens are often unsure which emergency or security agency to contact</a:t>
            </a:r>
          </a:p>
          <a:p>
            <a:endParaRPr lang="en-US" dirty="0"/>
          </a:p>
        </p:txBody>
      </p:sp>
      <p:sp>
        <p:nvSpPr>
          <p:cNvPr id="2622" name="Google Shape;2622;p60"/>
          <p:cNvSpPr txBox="1">
            <a:spLocks noGrp="1"/>
          </p:cNvSpPr>
          <p:nvPr>
            <p:ph type="title" idx="3"/>
          </p:nvPr>
        </p:nvSpPr>
        <p:spPr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02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3" name="Google Shape;2623;p60"/>
          <p:cNvSpPr txBox="1">
            <a:spLocks noGrp="1"/>
          </p:cNvSpPr>
          <p:nvPr>
            <p:ph type="subTitle" idx="4"/>
          </p:nvPr>
        </p:nvSpPr>
        <p:spPr>
          <a:xfrm>
            <a:off x="1639674" y="2497425"/>
            <a:ext cx="4260793" cy="35460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en-US" b="1" dirty="0"/>
              <a:t>Delayed Or Missed Reports</a:t>
            </a:r>
            <a:endParaRPr lang="en-US" dirty="0"/>
          </a:p>
          <a:p>
            <a:pPr marL="0" lvl="0" indent="0">
              <a:spcAft>
                <a:spcPts val="1200"/>
              </a:spcAft>
            </a:pPr>
            <a:endParaRPr dirty="0"/>
          </a:p>
        </p:txBody>
      </p:sp>
      <p:sp>
        <p:nvSpPr>
          <p:cNvPr id="2624" name="Google Shape;2624;p60"/>
          <p:cNvSpPr txBox="1">
            <a:spLocks noGrp="1"/>
          </p:cNvSpPr>
          <p:nvPr>
            <p:ph type="subTitle" idx="5"/>
          </p:nvPr>
        </p:nvSpPr>
        <p:spPr>
          <a:xfrm>
            <a:off x="1674165" y="2870917"/>
            <a:ext cx="5788551" cy="52929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Critical incidents like accidents, crimes, and fires are reported late or not at all.</a:t>
            </a:r>
          </a:p>
          <a:p>
            <a:endParaRPr lang="en-US" dirty="0"/>
          </a:p>
        </p:txBody>
      </p:sp>
      <p:sp>
        <p:nvSpPr>
          <p:cNvPr id="2625" name="Google Shape;2625;p60"/>
          <p:cNvSpPr txBox="1">
            <a:spLocks noGrp="1"/>
          </p:cNvSpPr>
          <p:nvPr>
            <p:ph type="title" idx="6"/>
          </p:nvPr>
        </p:nvSpPr>
        <p:spPr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6" name="Google Shape;2626;p60"/>
          <p:cNvSpPr txBox="1">
            <a:spLocks noGrp="1"/>
          </p:cNvSpPr>
          <p:nvPr>
            <p:ph type="subTitle" idx="7"/>
          </p:nvPr>
        </p:nvSpPr>
        <p:spPr>
          <a:xfrm>
            <a:off x="1639674" y="3511400"/>
            <a:ext cx="5019917" cy="35458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Risk to lives and property</a:t>
            </a:r>
            <a:endParaRPr dirty="0"/>
          </a:p>
        </p:txBody>
      </p:sp>
      <p:sp>
        <p:nvSpPr>
          <p:cNvPr id="2627" name="Google Shape;2627;p60"/>
          <p:cNvSpPr txBox="1">
            <a:spLocks noGrp="1"/>
          </p:cNvSpPr>
          <p:nvPr>
            <p:ph type="subTitle" idx="8"/>
          </p:nvPr>
        </p:nvSpPr>
        <p:spPr>
          <a:xfrm>
            <a:off x="1639673" y="3865989"/>
            <a:ext cx="6176205" cy="71661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Delayed reporting puts lives and property at significant risk.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637" name="Google Shape;2637;p60"/>
          <p:cNvGrpSpPr/>
          <p:nvPr/>
        </p:nvGrpSpPr>
        <p:grpSpPr>
          <a:xfrm>
            <a:off x="7391908" y="722871"/>
            <a:ext cx="793256" cy="182899"/>
            <a:chOff x="2685575" y="2835950"/>
            <a:chExt cx="433000" cy="99825"/>
          </a:xfrm>
        </p:grpSpPr>
        <p:sp>
          <p:nvSpPr>
            <p:cNvPr id="2638" name="Google Shape;2638;p60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60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60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60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2" name="Google Shape;2642;p6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655;p61">
            <a:extLst>
              <a:ext uri="{FF2B5EF4-FFF2-40B4-BE49-F238E27FC236}">
                <a16:creationId xmlns:a16="http://schemas.microsoft.com/office/drawing/2014/main" id="{7A475F3C-E7E5-5D8A-F0E9-557A67C0BE29}"/>
              </a:ext>
            </a:extLst>
          </p:cNvPr>
          <p:cNvSpPr txBox="1">
            <a:spLocks/>
          </p:cNvSpPr>
          <p:nvPr/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/>
            <a:r>
              <a:rPr lang="en-US" sz="2900" dirty="0">
                <a:latin typeface="Aldrich" panose="020B0604020202020204" charset="0"/>
              </a:rPr>
              <a:t>PROBLEM TO BE SOLVED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p65"/>
          <p:cNvSpPr txBox="1">
            <a:spLocks noGrp="1"/>
          </p:cNvSpPr>
          <p:nvPr>
            <p:ph type="subTitle" idx="1"/>
          </p:nvPr>
        </p:nvSpPr>
        <p:spPr>
          <a:xfrm>
            <a:off x="2586555" y="1366822"/>
            <a:ext cx="397089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AI Incident Classification</a:t>
            </a:r>
            <a:endParaRPr dirty="0"/>
          </a:p>
        </p:txBody>
      </p:sp>
      <p:sp>
        <p:nvSpPr>
          <p:cNvPr id="2786" name="Google Shape;2786;p65"/>
          <p:cNvSpPr txBox="1">
            <a:spLocks noGrp="1"/>
          </p:cNvSpPr>
          <p:nvPr>
            <p:ph type="subTitle" idx="2"/>
          </p:nvPr>
        </p:nvSpPr>
        <p:spPr>
          <a:xfrm>
            <a:off x="2586550" y="1831273"/>
            <a:ext cx="5461234" cy="481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en-US" dirty="0"/>
              <a:t>Automatically identifies the type of incident (e.g., Fraud, Accident, Robbery, etc.).</a:t>
            </a:r>
          </a:p>
        </p:txBody>
      </p:sp>
      <p:sp>
        <p:nvSpPr>
          <p:cNvPr id="2787" name="Google Shape;2787;p65"/>
          <p:cNvSpPr txBox="1">
            <a:spLocks noGrp="1"/>
          </p:cNvSpPr>
          <p:nvPr>
            <p:ph type="subTitle" idx="3"/>
          </p:nvPr>
        </p:nvSpPr>
        <p:spPr>
          <a:xfrm>
            <a:off x="2586555" y="2482222"/>
            <a:ext cx="3680982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Automatic Routing </a:t>
            </a:r>
            <a:endParaRPr dirty="0"/>
          </a:p>
        </p:txBody>
      </p:sp>
      <p:sp>
        <p:nvSpPr>
          <p:cNvPr id="2788" name="Google Shape;2788;p65"/>
          <p:cNvSpPr txBox="1">
            <a:spLocks noGrp="1"/>
          </p:cNvSpPr>
          <p:nvPr>
            <p:ph type="subTitle" idx="4"/>
          </p:nvPr>
        </p:nvSpPr>
        <p:spPr>
          <a:xfrm>
            <a:off x="2586550" y="2946673"/>
            <a:ext cx="5103888" cy="481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Routes each report to the correct agency (Police, FRSC, EFCC, etc.)</a:t>
            </a:r>
            <a:endParaRPr dirty="0"/>
          </a:p>
        </p:txBody>
      </p:sp>
      <p:sp>
        <p:nvSpPr>
          <p:cNvPr id="2789" name="Google Shape;2789;p65"/>
          <p:cNvSpPr txBox="1">
            <a:spLocks noGrp="1"/>
          </p:cNvSpPr>
          <p:nvPr>
            <p:ph type="subTitle" idx="5"/>
          </p:nvPr>
        </p:nvSpPr>
        <p:spPr>
          <a:xfrm>
            <a:off x="2586555" y="3597622"/>
            <a:ext cx="4752034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Real-Time Location Detection</a:t>
            </a:r>
            <a:endParaRPr dirty="0"/>
          </a:p>
        </p:txBody>
      </p:sp>
      <p:sp>
        <p:nvSpPr>
          <p:cNvPr id="2790" name="Google Shape;2790;p65"/>
          <p:cNvSpPr txBox="1">
            <a:spLocks noGrp="1"/>
          </p:cNvSpPr>
          <p:nvPr>
            <p:ph type="subTitle" idx="6"/>
          </p:nvPr>
        </p:nvSpPr>
        <p:spPr>
          <a:xfrm>
            <a:off x="2586549" y="4062073"/>
            <a:ext cx="5191685" cy="481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en-US" dirty="0"/>
              <a:t>Directs reports automatically using location; no guesswork for users</a:t>
            </a:r>
          </a:p>
        </p:txBody>
      </p:sp>
      <p:sp>
        <p:nvSpPr>
          <p:cNvPr id="2784" name="Google Shape;2784;p65"/>
          <p:cNvSpPr txBox="1">
            <a:spLocks noGrp="1"/>
          </p:cNvSpPr>
          <p:nvPr>
            <p:ph type="title"/>
          </p:nvPr>
        </p:nvSpPr>
        <p:spPr>
          <a:xfrm>
            <a:off x="2075301" y="820105"/>
            <a:ext cx="4136564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400" b="1" dirty="0"/>
              <a:t>KEY FEATURES</a:t>
            </a:r>
            <a:endParaRPr lang="en-US" sz="2400" dirty="0"/>
          </a:p>
        </p:txBody>
      </p:sp>
      <p:sp>
        <p:nvSpPr>
          <p:cNvPr id="2846" name="Google Shape;2846;p65"/>
          <p:cNvSpPr/>
          <p:nvPr/>
        </p:nvSpPr>
        <p:spPr>
          <a:xfrm>
            <a:off x="1939746" y="272228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7" name="Google Shape;2847;p65"/>
          <p:cNvSpPr/>
          <p:nvPr/>
        </p:nvSpPr>
        <p:spPr>
          <a:xfrm>
            <a:off x="1939746" y="15836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8" name="Google Shape;2848;p65"/>
          <p:cNvSpPr/>
          <p:nvPr/>
        </p:nvSpPr>
        <p:spPr>
          <a:xfrm>
            <a:off x="1939746" y="3860920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53" name="Google Shape;2853;p65"/>
          <p:cNvGrpSpPr/>
          <p:nvPr/>
        </p:nvGrpSpPr>
        <p:grpSpPr>
          <a:xfrm>
            <a:off x="2064655" y="1698386"/>
            <a:ext cx="299787" cy="301002"/>
            <a:chOff x="7025531" y="2456707"/>
            <a:chExt cx="337712" cy="339119"/>
          </a:xfrm>
        </p:grpSpPr>
        <p:sp>
          <p:nvSpPr>
            <p:cNvPr id="2854" name="Google Shape;2854;p65"/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3F6F7"/>
                </a:solidFill>
              </a:endParaRPr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3F6F7"/>
                </a:solidFill>
              </a:endParaRPr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3F6F7"/>
                </a:solidFill>
              </a:endParaRPr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3F6F7"/>
                </a:solidFill>
              </a:endParaRPr>
            </a:p>
          </p:txBody>
        </p:sp>
      </p:grpSp>
      <p:sp>
        <p:nvSpPr>
          <p:cNvPr id="2858" name="Google Shape;2858;p65"/>
          <p:cNvSpPr/>
          <p:nvPr/>
        </p:nvSpPr>
        <p:spPr>
          <a:xfrm>
            <a:off x="2065676" y="2849028"/>
            <a:ext cx="301028" cy="301628"/>
          </a:xfrm>
          <a:custGeom>
            <a:avLst/>
            <a:gdLst/>
            <a:ahLst/>
            <a:cxnLst/>
            <a:rect l="l" t="t" r="r" b="b"/>
            <a:pathLst>
              <a:path w="11527" h="11550" extrusionOk="0">
                <a:moveTo>
                  <a:pt x="2716" y="667"/>
                </a:moveTo>
                <a:lnTo>
                  <a:pt x="2716" y="2667"/>
                </a:lnTo>
                <a:lnTo>
                  <a:pt x="715" y="2667"/>
                </a:lnTo>
                <a:lnTo>
                  <a:pt x="715" y="1667"/>
                </a:lnTo>
                <a:cubicBezTo>
                  <a:pt x="691" y="1119"/>
                  <a:pt x="1144" y="667"/>
                  <a:pt x="1715" y="667"/>
                </a:cubicBezTo>
                <a:close/>
                <a:moveTo>
                  <a:pt x="9884" y="667"/>
                </a:moveTo>
                <a:cubicBezTo>
                  <a:pt x="10431" y="667"/>
                  <a:pt x="10884" y="1119"/>
                  <a:pt x="10884" y="1667"/>
                </a:cubicBezTo>
                <a:lnTo>
                  <a:pt x="10884" y="2667"/>
                </a:lnTo>
                <a:lnTo>
                  <a:pt x="8884" y="2667"/>
                </a:lnTo>
                <a:lnTo>
                  <a:pt x="8884" y="667"/>
                </a:lnTo>
                <a:close/>
                <a:moveTo>
                  <a:pt x="5454" y="1334"/>
                </a:moveTo>
                <a:lnTo>
                  <a:pt x="5454" y="2786"/>
                </a:lnTo>
                <a:cubicBezTo>
                  <a:pt x="5454" y="4239"/>
                  <a:pt x="4264" y="5430"/>
                  <a:pt x="2811" y="5430"/>
                </a:cubicBezTo>
                <a:lnTo>
                  <a:pt x="1358" y="5430"/>
                </a:lnTo>
                <a:lnTo>
                  <a:pt x="1358" y="3358"/>
                </a:lnTo>
                <a:lnTo>
                  <a:pt x="3382" y="3358"/>
                </a:lnTo>
                <a:lnTo>
                  <a:pt x="3382" y="1334"/>
                </a:lnTo>
                <a:close/>
                <a:moveTo>
                  <a:pt x="8193" y="1334"/>
                </a:moveTo>
                <a:lnTo>
                  <a:pt x="8193" y="3358"/>
                </a:lnTo>
                <a:lnTo>
                  <a:pt x="10217" y="3358"/>
                </a:lnTo>
                <a:lnTo>
                  <a:pt x="10217" y="5430"/>
                </a:lnTo>
                <a:lnTo>
                  <a:pt x="8764" y="5430"/>
                </a:lnTo>
                <a:cubicBezTo>
                  <a:pt x="7312" y="5430"/>
                  <a:pt x="6121" y="4239"/>
                  <a:pt x="6121" y="2786"/>
                </a:cubicBezTo>
                <a:lnTo>
                  <a:pt x="6121" y="1334"/>
                </a:lnTo>
                <a:close/>
                <a:moveTo>
                  <a:pt x="5811" y="4239"/>
                </a:moveTo>
                <a:cubicBezTo>
                  <a:pt x="6121" y="4906"/>
                  <a:pt x="6645" y="5430"/>
                  <a:pt x="7336" y="5763"/>
                </a:cubicBezTo>
                <a:cubicBezTo>
                  <a:pt x="6693" y="6097"/>
                  <a:pt x="6145" y="6620"/>
                  <a:pt x="5811" y="7287"/>
                </a:cubicBezTo>
                <a:cubicBezTo>
                  <a:pt x="5502" y="6620"/>
                  <a:pt x="4954" y="6097"/>
                  <a:pt x="4311" y="5763"/>
                </a:cubicBezTo>
                <a:cubicBezTo>
                  <a:pt x="4954" y="5430"/>
                  <a:pt x="5502" y="4906"/>
                  <a:pt x="5811" y="4239"/>
                </a:cubicBezTo>
                <a:close/>
                <a:moveTo>
                  <a:pt x="2811" y="6097"/>
                </a:moveTo>
                <a:cubicBezTo>
                  <a:pt x="4264" y="6097"/>
                  <a:pt x="5454" y="7287"/>
                  <a:pt x="5454" y="8740"/>
                </a:cubicBezTo>
                <a:lnTo>
                  <a:pt x="5454" y="10193"/>
                </a:lnTo>
                <a:lnTo>
                  <a:pt x="3382" y="10193"/>
                </a:lnTo>
                <a:lnTo>
                  <a:pt x="3382" y="8145"/>
                </a:lnTo>
                <a:lnTo>
                  <a:pt x="1358" y="8145"/>
                </a:lnTo>
                <a:lnTo>
                  <a:pt x="1358" y="6097"/>
                </a:lnTo>
                <a:close/>
                <a:moveTo>
                  <a:pt x="10217" y="6097"/>
                </a:moveTo>
                <a:lnTo>
                  <a:pt x="10217" y="8168"/>
                </a:lnTo>
                <a:lnTo>
                  <a:pt x="8193" y="8168"/>
                </a:lnTo>
                <a:lnTo>
                  <a:pt x="8193" y="10193"/>
                </a:lnTo>
                <a:lnTo>
                  <a:pt x="6121" y="10193"/>
                </a:lnTo>
                <a:lnTo>
                  <a:pt x="6121" y="8740"/>
                </a:lnTo>
                <a:cubicBezTo>
                  <a:pt x="6121" y="7287"/>
                  <a:pt x="7312" y="6097"/>
                  <a:pt x="8764" y="6097"/>
                </a:cubicBezTo>
                <a:close/>
                <a:moveTo>
                  <a:pt x="2716" y="8835"/>
                </a:moveTo>
                <a:lnTo>
                  <a:pt x="2716" y="10836"/>
                </a:lnTo>
                <a:lnTo>
                  <a:pt x="1715" y="10836"/>
                </a:lnTo>
                <a:cubicBezTo>
                  <a:pt x="1168" y="10836"/>
                  <a:pt x="739" y="10383"/>
                  <a:pt x="739" y="9835"/>
                </a:cubicBezTo>
                <a:lnTo>
                  <a:pt x="739" y="8835"/>
                </a:lnTo>
                <a:close/>
                <a:moveTo>
                  <a:pt x="10884" y="8835"/>
                </a:moveTo>
                <a:lnTo>
                  <a:pt x="10884" y="9835"/>
                </a:lnTo>
                <a:cubicBezTo>
                  <a:pt x="10884" y="10383"/>
                  <a:pt x="10431" y="10836"/>
                  <a:pt x="9884" y="10836"/>
                </a:cubicBezTo>
                <a:lnTo>
                  <a:pt x="8884" y="10836"/>
                </a:lnTo>
                <a:lnTo>
                  <a:pt x="8884" y="8835"/>
                </a:lnTo>
                <a:close/>
                <a:moveTo>
                  <a:pt x="8193" y="0"/>
                </a:moveTo>
                <a:lnTo>
                  <a:pt x="8193" y="643"/>
                </a:lnTo>
                <a:lnTo>
                  <a:pt x="3382" y="643"/>
                </a:lnTo>
                <a:lnTo>
                  <a:pt x="3382" y="24"/>
                </a:lnTo>
                <a:lnTo>
                  <a:pt x="1668" y="24"/>
                </a:lnTo>
                <a:cubicBezTo>
                  <a:pt x="763" y="24"/>
                  <a:pt x="1" y="762"/>
                  <a:pt x="1" y="1691"/>
                </a:cubicBezTo>
                <a:lnTo>
                  <a:pt x="1" y="3358"/>
                </a:lnTo>
                <a:lnTo>
                  <a:pt x="668" y="3358"/>
                </a:lnTo>
                <a:lnTo>
                  <a:pt x="668" y="8168"/>
                </a:lnTo>
                <a:lnTo>
                  <a:pt x="1" y="8168"/>
                </a:lnTo>
                <a:lnTo>
                  <a:pt x="1" y="9883"/>
                </a:lnTo>
                <a:cubicBezTo>
                  <a:pt x="1" y="10788"/>
                  <a:pt x="763" y="11550"/>
                  <a:pt x="1668" y="11550"/>
                </a:cubicBezTo>
                <a:lnTo>
                  <a:pt x="3382" y="11550"/>
                </a:lnTo>
                <a:lnTo>
                  <a:pt x="3382" y="10907"/>
                </a:lnTo>
                <a:lnTo>
                  <a:pt x="8193" y="10907"/>
                </a:lnTo>
                <a:lnTo>
                  <a:pt x="8193" y="11550"/>
                </a:lnTo>
                <a:lnTo>
                  <a:pt x="9860" y="11550"/>
                </a:lnTo>
                <a:cubicBezTo>
                  <a:pt x="10789" y="11550"/>
                  <a:pt x="11527" y="10788"/>
                  <a:pt x="11527" y="9883"/>
                </a:cubicBezTo>
                <a:lnTo>
                  <a:pt x="11527" y="8216"/>
                </a:lnTo>
                <a:lnTo>
                  <a:pt x="10908" y="8216"/>
                </a:lnTo>
                <a:lnTo>
                  <a:pt x="10908" y="3358"/>
                </a:lnTo>
                <a:lnTo>
                  <a:pt x="11527" y="3358"/>
                </a:lnTo>
                <a:lnTo>
                  <a:pt x="11527" y="1667"/>
                </a:lnTo>
                <a:cubicBezTo>
                  <a:pt x="11527" y="738"/>
                  <a:pt x="10789" y="0"/>
                  <a:pt x="98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6F7"/>
              </a:solidFill>
            </a:endParaRPr>
          </a:p>
        </p:txBody>
      </p:sp>
      <p:sp>
        <p:nvSpPr>
          <p:cNvPr id="2859" name="Google Shape;2859;p65"/>
          <p:cNvSpPr/>
          <p:nvPr/>
        </p:nvSpPr>
        <p:spPr>
          <a:xfrm>
            <a:off x="2075301" y="3986189"/>
            <a:ext cx="302281" cy="302908"/>
          </a:xfrm>
          <a:custGeom>
            <a:avLst/>
            <a:gdLst/>
            <a:ahLst/>
            <a:cxnLst/>
            <a:rect l="l" t="t" r="r" b="b"/>
            <a:pathLst>
              <a:path w="11575" h="11599" extrusionOk="0">
                <a:moveTo>
                  <a:pt x="5811" y="2001"/>
                </a:moveTo>
                <a:cubicBezTo>
                  <a:pt x="6002" y="2001"/>
                  <a:pt x="6192" y="2168"/>
                  <a:pt x="6192" y="2382"/>
                </a:cubicBezTo>
                <a:cubicBezTo>
                  <a:pt x="6192" y="2597"/>
                  <a:pt x="6002" y="2763"/>
                  <a:pt x="5811" y="2763"/>
                </a:cubicBezTo>
                <a:cubicBezTo>
                  <a:pt x="5597" y="2763"/>
                  <a:pt x="5406" y="2597"/>
                  <a:pt x="5406" y="2382"/>
                </a:cubicBezTo>
                <a:cubicBezTo>
                  <a:pt x="5382" y="2168"/>
                  <a:pt x="5573" y="2001"/>
                  <a:pt x="5811" y="2001"/>
                </a:cubicBezTo>
                <a:close/>
                <a:moveTo>
                  <a:pt x="2787" y="1620"/>
                </a:moveTo>
                <a:lnTo>
                  <a:pt x="3358" y="2406"/>
                </a:lnTo>
                <a:lnTo>
                  <a:pt x="2787" y="3216"/>
                </a:lnTo>
                <a:lnTo>
                  <a:pt x="739" y="3216"/>
                </a:lnTo>
                <a:lnTo>
                  <a:pt x="739" y="1620"/>
                </a:lnTo>
                <a:close/>
                <a:moveTo>
                  <a:pt x="5811" y="5383"/>
                </a:moveTo>
                <a:cubicBezTo>
                  <a:pt x="6002" y="5383"/>
                  <a:pt x="6192" y="5574"/>
                  <a:pt x="6192" y="5788"/>
                </a:cubicBezTo>
                <a:cubicBezTo>
                  <a:pt x="6192" y="5978"/>
                  <a:pt x="6002" y="6169"/>
                  <a:pt x="5811" y="6169"/>
                </a:cubicBezTo>
                <a:cubicBezTo>
                  <a:pt x="5597" y="6169"/>
                  <a:pt x="5406" y="5978"/>
                  <a:pt x="5406" y="5788"/>
                </a:cubicBezTo>
                <a:cubicBezTo>
                  <a:pt x="5406" y="5574"/>
                  <a:pt x="5597" y="5383"/>
                  <a:pt x="5811" y="5383"/>
                </a:cubicBezTo>
                <a:close/>
                <a:moveTo>
                  <a:pt x="10860" y="4978"/>
                </a:moveTo>
                <a:lnTo>
                  <a:pt x="10860" y="6574"/>
                </a:lnTo>
                <a:lnTo>
                  <a:pt x="8812" y="6574"/>
                </a:lnTo>
                <a:lnTo>
                  <a:pt x="8240" y="5788"/>
                </a:lnTo>
                <a:lnTo>
                  <a:pt x="8812" y="4978"/>
                </a:lnTo>
                <a:close/>
                <a:moveTo>
                  <a:pt x="5811" y="8765"/>
                </a:moveTo>
                <a:cubicBezTo>
                  <a:pt x="6002" y="8765"/>
                  <a:pt x="6192" y="8931"/>
                  <a:pt x="6192" y="9146"/>
                </a:cubicBezTo>
                <a:cubicBezTo>
                  <a:pt x="6192" y="9360"/>
                  <a:pt x="6002" y="9527"/>
                  <a:pt x="5811" y="9527"/>
                </a:cubicBezTo>
                <a:cubicBezTo>
                  <a:pt x="5597" y="9527"/>
                  <a:pt x="5406" y="9360"/>
                  <a:pt x="5406" y="9146"/>
                </a:cubicBezTo>
                <a:cubicBezTo>
                  <a:pt x="5406" y="8931"/>
                  <a:pt x="5597" y="8765"/>
                  <a:pt x="5811" y="8765"/>
                </a:cubicBezTo>
                <a:close/>
                <a:moveTo>
                  <a:pt x="2787" y="8336"/>
                </a:moveTo>
                <a:lnTo>
                  <a:pt x="3358" y="9146"/>
                </a:lnTo>
                <a:lnTo>
                  <a:pt x="2787" y="9955"/>
                </a:lnTo>
                <a:lnTo>
                  <a:pt x="739" y="9955"/>
                </a:lnTo>
                <a:lnTo>
                  <a:pt x="739" y="8336"/>
                </a:lnTo>
                <a:close/>
                <a:moveTo>
                  <a:pt x="5454" y="1"/>
                </a:moveTo>
                <a:lnTo>
                  <a:pt x="5454" y="1382"/>
                </a:lnTo>
                <a:cubicBezTo>
                  <a:pt x="5120" y="1501"/>
                  <a:pt x="4882" y="1739"/>
                  <a:pt x="4763" y="2049"/>
                </a:cubicBezTo>
                <a:lnTo>
                  <a:pt x="3906" y="2049"/>
                </a:lnTo>
                <a:lnTo>
                  <a:pt x="3096" y="930"/>
                </a:lnTo>
                <a:lnTo>
                  <a:pt x="0" y="930"/>
                </a:lnTo>
                <a:lnTo>
                  <a:pt x="0" y="3906"/>
                </a:lnTo>
                <a:lnTo>
                  <a:pt x="3096" y="3906"/>
                </a:lnTo>
                <a:lnTo>
                  <a:pt x="3906" y="2763"/>
                </a:lnTo>
                <a:lnTo>
                  <a:pt x="4763" y="2763"/>
                </a:lnTo>
                <a:cubicBezTo>
                  <a:pt x="4882" y="3097"/>
                  <a:pt x="5120" y="3335"/>
                  <a:pt x="5454" y="3454"/>
                </a:cubicBezTo>
                <a:lnTo>
                  <a:pt x="5454" y="4788"/>
                </a:lnTo>
                <a:cubicBezTo>
                  <a:pt x="5025" y="4954"/>
                  <a:pt x="4692" y="5335"/>
                  <a:pt x="4692" y="5812"/>
                </a:cubicBezTo>
                <a:cubicBezTo>
                  <a:pt x="4692" y="6288"/>
                  <a:pt x="5001" y="6669"/>
                  <a:pt x="5454" y="6812"/>
                </a:cubicBezTo>
                <a:lnTo>
                  <a:pt x="5454" y="8169"/>
                </a:lnTo>
                <a:cubicBezTo>
                  <a:pt x="5120" y="8288"/>
                  <a:pt x="4882" y="8526"/>
                  <a:pt x="4763" y="8836"/>
                </a:cubicBezTo>
                <a:lnTo>
                  <a:pt x="3906" y="8836"/>
                </a:lnTo>
                <a:lnTo>
                  <a:pt x="3096" y="7717"/>
                </a:lnTo>
                <a:lnTo>
                  <a:pt x="0" y="7717"/>
                </a:lnTo>
                <a:lnTo>
                  <a:pt x="0" y="10694"/>
                </a:lnTo>
                <a:lnTo>
                  <a:pt x="3096" y="10694"/>
                </a:lnTo>
                <a:lnTo>
                  <a:pt x="3906" y="9551"/>
                </a:lnTo>
                <a:lnTo>
                  <a:pt x="4763" y="9551"/>
                </a:lnTo>
                <a:cubicBezTo>
                  <a:pt x="4882" y="9884"/>
                  <a:pt x="5120" y="10122"/>
                  <a:pt x="5454" y="10241"/>
                </a:cubicBezTo>
                <a:lnTo>
                  <a:pt x="5454" y="11599"/>
                </a:lnTo>
                <a:lnTo>
                  <a:pt x="6121" y="11599"/>
                </a:lnTo>
                <a:lnTo>
                  <a:pt x="6121" y="10241"/>
                </a:lnTo>
                <a:cubicBezTo>
                  <a:pt x="6549" y="10098"/>
                  <a:pt x="6883" y="9717"/>
                  <a:pt x="6883" y="9217"/>
                </a:cubicBezTo>
                <a:cubicBezTo>
                  <a:pt x="6883" y="8741"/>
                  <a:pt x="6573" y="8360"/>
                  <a:pt x="6121" y="8217"/>
                </a:cubicBezTo>
                <a:lnTo>
                  <a:pt x="6121" y="6883"/>
                </a:lnTo>
                <a:cubicBezTo>
                  <a:pt x="6454" y="6764"/>
                  <a:pt x="6692" y="6526"/>
                  <a:pt x="6811" y="6193"/>
                </a:cubicBezTo>
                <a:lnTo>
                  <a:pt x="7669" y="6193"/>
                </a:lnTo>
                <a:lnTo>
                  <a:pt x="8478" y="7312"/>
                </a:lnTo>
                <a:lnTo>
                  <a:pt x="11574" y="7312"/>
                </a:lnTo>
                <a:lnTo>
                  <a:pt x="11574" y="4335"/>
                </a:lnTo>
                <a:lnTo>
                  <a:pt x="8454" y="4335"/>
                </a:lnTo>
                <a:lnTo>
                  <a:pt x="8454" y="4288"/>
                </a:lnTo>
                <a:lnTo>
                  <a:pt x="7645" y="5407"/>
                </a:lnTo>
                <a:lnTo>
                  <a:pt x="6811" y="5407"/>
                </a:lnTo>
                <a:cubicBezTo>
                  <a:pt x="6692" y="5097"/>
                  <a:pt x="6454" y="4859"/>
                  <a:pt x="6121" y="4740"/>
                </a:cubicBezTo>
                <a:lnTo>
                  <a:pt x="6121" y="3406"/>
                </a:lnTo>
                <a:cubicBezTo>
                  <a:pt x="6549" y="3240"/>
                  <a:pt x="6883" y="2859"/>
                  <a:pt x="6883" y="2382"/>
                </a:cubicBezTo>
                <a:cubicBezTo>
                  <a:pt x="6883" y="1906"/>
                  <a:pt x="6573" y="1525"/>
                  <a:pt x="6121" y="1382"/>
                </a:cubicBezTo>
                <a:lnTo>
                  <a:pt x="612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6F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827F48-CFF8-E65C-E0AF-2898F0FE4C71}"/>
              </a:ext>
            </a:extLst>
          </p:cNvPr>
          <p:cNvSpPr txBox="1"/>
          <p:nvPr/>
        </p:nvSpPr>
        <p:spPr>
          <a:xfrm>
            <a:off x="2866192" y="14286"/>
            <a:ext cx="409763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chemeClr val="lt1"/>
                </a:solidFill>
                <a:latin typeface="Aldrich"/>
                <a:sym typeface="Aldrich"/>
              </a:rPr>
              <a:t>OUR AI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2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2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2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2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2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p66"/>
          <p:cNvSpPr txBox="1">
            <a:spLocks noGrp="1"/>
          </p:cNvSpPr>
          <p:nvPr>
            <p:ph type="subTitle" idx="1"/>
          </p:nvPr>
        </p:nvSpPr>
        <p:spPr>
          <a:xfrm>
            <a:off x="4958785" y="1720237"/>
            <a:ext cx="3318169" cy="7265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Privacy-Protected User ID</a:t>
            </a:r>
            <a:endParaRPr dirty="0"/>
          </a:p>
        </p:txBody>
      </p:sp>
      <p:sp>
        <p:nvSpPr>
          <p:cNvPr id="2870" name="Google Shape;2870;p66"/>
          <p:cNvSpPr txBox="1">
            <a:spLocks noGrp="1"/>
          </p:cNvSpPr>
          <p:nvPr>
            <p:ph type="subTitle" idx="2"/>
          </p:nvPr>
        </p:nvSpPr>
        <p:spPr>
          <a:xfrm>
            <a:off x="5073248" y="2361681"/>
            <a:ext cx="3898224" cy="788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Security agencies only see a masked ID, not personal NIN details maintaining user privacy while enabling authenticated reporting.</a:t>
            </a:r>
            <a:endParaRPr dirty="0"/>
          </a:p>
        </p:txBody>
      </p:sp>
      <p:sp>
        <p:nvSpPr>
          <p:cNvPr id="2873" name="Google Shape;2873;p66"/>
          <p:cNvSpPr txBox="1">
            <a:spLocks noGrp="1"/>
          </p:cNvSpPr>
          <p:nvPr>
            <p:ph type="subTitle" idx="3"/>
          </p:nvPr>
        </p:nvSpPr>
        <p:spPr>
          <a:xfrm>
            <a:off x="1971005" y="3418932"/>
            <a:ext cx="5201990" cy="8986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AI Understanding of Local Text</a:t>
            </a:r>
            <a:endParaRPr dirty="0"/>
          </a:p>
        </p:txBody>
      </p:sp>
      <p:sp>
        <p:nvSpPr>
          <p:cNvPr id="2874" name="Google Shape;2874;p66"/>
          <p:cNvSpPr txBox="1">
            <a:spLocks noGrp="1"/>
          </p:cNvSpPr>
          <p:nvPr>
            <p:ph type="subTitle" idx="4"/>
          </p:nvPr>
        </p:nvSpPr>
        <p:spPr>
          <a:xfrm>
            <a:off x="1388126" y="4067817"/>
            <a:ext cx="6382298" cy="621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model is optimized for Nigerian-style incident reporting, including pidgin, spelling errors, and informal language typical in real emergency messages</a:t>
            </a:r>
            <a:endParaRPr dirty="0"/>
          </a:p>
        </p:txBody>
      </p:sp>
      <p:sp>
        <p:nvSpPr>
          <p:cNvPr id="2875" name="Google Shape;2875;p66"/>
          <p:cNvSpPr txBox="1">
            <a:spLocks noGrp="1"/>
          </p:cNvSpPr>
          <p:nvPr>
            <p:ph type="title"/>
          </p:nvPr>
        </p:nvSpPr>
        <p:spPr>
          <a:xfrm>
            <a:off x="326524" y="742945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400" b="1" dirty="0"/>
              <a:t>NOVEL FEATURES </a:t>
            </a:r>
            <a:endParaRPr lang="en-US" sz="2400" dirty="0"/>
          </a:p>
        </p:txBody>
      </p:sp>
      <p:sp>
        <p:nvSpPr>
          <p:cNvPr id="2876" name="Google Shape;2876;p66"/>
          <p:cNvSpPr txBox="1">
            <a:spLocks noGrp="1"/>
          </p:cNvSpPr>
          <p:nvPr>
            <p:ph type="subTitle" idx="5"/>
          </p:nvPr>
        </p:nvSpPr>
        <p:spPr>
          <a:xfrm>
            <a:off x="1627903" y="1880238"/>
            <a:ext cx="3163332" cy="5471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Verified User Base</a:t>
            </a:r>
            <a:endParaRPr lang="en-US" dirty="0"/>
          </a:p>
        </p:txBody>
      </p:sp>
      <p:sp>
        <p:nvSpPr>
          <p:cNvPr id="2877" name="Google Shape;2877;p66"/>
          <p:cNvSpPr txBox="1">
            <a:spLocks noGrp="1"/>
          </p:cNvSpPr>
          <p:nvPr>
            <p:ph type="subTitle" idx="6"/>
          </p:nvPr>
        </p:nvSpPr>
        <p:spPr>
          <a:xfrm>
            <a:off x="1700475" y="2128805"/>
            <a:ext cx="3345565" cy="918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Every user pre-registers with a verified NIN, ensuring traceability, accountability, and minimizing prank or false emergency reports.</a:t>
            </a:r>
            <a:endParaRPr dirty="0"/>
          </a:p>
        </p:txBody>
      </p:sp>
      <p:sp>
        <p:nvSpPr>
          <p:cNvPr id="2878" name="Google Shape;2878;p66"/>
          <p:cNvSpPr/>
          <p:nvPr/>
        </p:nvSpPr>
        <p:spPr>
          <a:xfrm>
            <a:off x="2972179" y="128337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AE6DD0-C859-0C10-B6CC-CF287296B435}"/>
              </a:ext>
            </a:extLst>
          </p:cNvPr>
          <p:cNvGrpSpPr/>
          <p:nvPr/>
        </p:nvGrpSpPr>
        <p:grpSpPr>
          <a:xfrm>
            <a:off x="4528443" y="3124597"/>
            <a:ext cx="555492" cy="482226"/>
            <a:chOff x="2972204" y="3025159"/>
            <a:chExt cx="555492" cy="482226"/>
          </a:xfrm>
        </p:grpSpPr>
        <p:sp>
          <p:nvSpPr>
            <p:cNvPr id="2879" name="Google Shape;2879;p66"/>
            <p:cNvSpPr/>
            <p:nvPr/>
          </p:nvSpPr>
          <p:spPr>
            <a:xfrm>
              <a:off x="2972204" y="3025159"/>
              <a:ext cx="555492" cy="482226"/>
            </a:xfrm>
            <a:custGeom>
              <a:avLst/>
              <a:gdLst/>
              <a:ahLst/>
              <a:cxnLst/>
              <a:rect l="l" t="t" r="r" b="b"/>
              <a:pathLst>
                <a:path w="11362" h="11337" extrusionOk="0">
                  <a:moveTo>
                    <a:pt x="11362" y="5668"/>
                  </a:moveTo>
                  <a:cubicBezTo>
                    <a:pt x="11362" y="8798"/>
                    <a:pt x="8823" y="11337"/>
                    <a:pt x="5669" y="11337"/>
                  </a:cubicBezTo>
                  <a:cubicBezTo>
                    <a:pt x="2539" y="11337"/>
                    <a:pt x="1" y="8798"/>
                    <a:pt x="1" y="5668"/>
                  </a:cubicBezTo>
                  <a:cubicBezTo>
                    <a:pt x="1" y="2539"/>
                    <a:pt x="2539" y="0"/>
                    <a:pt x="5669" y="0"/>
                  </a:cubicBezTo>
                  <a:cubicBezTo>
                    <a:pt x="8823" y="0"/>
                    <a:pt x="11362" y="2539"/>
                    <a:pt x="11362" y="56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F21AF59-BFC0-81C8-D398-E41D4AFD5840}"/>
                </a:ext>
              </a:extLst>
            </p:cNvPr>
            <p:cNvGrpSpPr/>
            <p:nvPr/>
          </p:nvGrpSpPr>
          <p:grpSpPr>
            <a:xfrm>
              <a:off x="3094661" y="3111322"/>
              <a:ext cx="309925" cy="309899"/>
              <a:chOff x="3089270" y="3133579"/>
              <a:chExt cx="309925" cy="309899"/>
            </a:xfrm>
          </p:grpSpPr>
          <p:sp>
            <p:nvSpPr>
              <p:cNvPr id="2883" name="Google Shape;2883;p66"/>
              <p:cNvSpPr/>
              <p:nvPr/>
            </p:nvSpPr>
            <p:spPr>
              <a:xfrm>
                <a:off x="3089270" y="3133579"/>
                <a:ext cx="309925" cy="309899"/>
              </a:xfrm>
              <a:custGeom>
                <a:avLst/>
                <a:gdLst/>
                <a:ahLst/>
                <a:cxnLst/>
                <a:rect l="l" t="t" r="r" b="b"/>
                <a:pathLst>
                  <a:path w="11599" h="11598" extrusionOk="0">
                    <a:moveTo>
                      <a:pt x="5454" y="667"/>
                    </a:moveTo>
                    <a:lnTo>
                      <a:pt x="5454" y="4096"/>
                    </a:lnTo>
                    <a:lnTo>
                      <a:pt x="667" y="4096"/>
                    </a:lnTo>
                    <a:lnTo>
                      <a:pt x="667" y="667"/>
                    </a:lnTo>
                    <a:close/>
                    <a:moveTo>
                      <a:pt x="10908" y="667"/>
                    </a:moveTo>
                    <a:lnTo>
                      <a:pt x="10908" y="4096"/>
                    </a:lnTo>
                    <a:lnTo>
                      <a:pt x="6145" y="4096"/>
                    </a:lnTo>
                    <a:lnTo>
                      <a:pt x="6145" y="667"/>
                    </a:lnTo>
                    <a:close/>
                    <a:moveTo>
                      <a:pt x="5454" y="4763"/>
                    </a:moveTo>
                    <a:lnTo>
                      <a:pt x="5454" y="10907"/>
                    </a:lnTo>
                    <a:lnTo>
                      <a:pt x="667" y="10907"/>
                    </a:lnTo>
                    <a:lnTo>
                      <a:pt x="667" y="4763"/>
                    </a:lnTo>
                    <a:close/>
                    <a:moveTo>
                      <a:pt x="10908" y="4763"/>
                    </a:moveTo>
                    <a:lnTo>
                      <a:pt x="10908" y="10907"/>
                    </a:lnTo>
                    <a:lnTo>
                      <a:pt x="6145" y="10907"/>
                    </a:lnTo>
                    <a:lnTo>
                      <a:pt x="6145" y="4763"/>
                    </a:lnTo>
                    <a:close/>
                    <a:moveTo>
                      <a:pt x="1" y="0"/>
                    </a:moveTo>
                    <a:lnTo>
                      <a:pt x="1" y="11598"/>
                    </a:lnTo>
                    <a:lnTo>
                      <a:pt x="11598" y="11598"/>
                    </a:lnTo>
                    <a:lnTo>
                      <a:pt x="115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66"/>
              <p:cNvSpPr/>
              <p:nvPr/>
            </p:nvSpPr>
            <p:spPr>
              <a:xfrm>
                <a:off x="3138274" y="3173659"/>
                <a:ext cx="65571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2049" extrusionOk="0">
                    <a:moveTo>
                      <a:pt x="1953" y="1"/>
                    </a:moveTo>
                    <a:lnTo>
                      <a:pt x="881" y="1072"/>
                    </a:lnTo>
                    <a:lnTo>
                      <a:pt x="500" y="691"/>
                    </a:lnTo>
                    <a:lnTo>
                      <a:pt x="0" y="1168"/>
                    </a:lnTo>
                    <a:lnTo>
                      <a:pt x="881" y="2049"/>
                    </a:lnTo>
                    <a:lnTo>
                      <a:pt x="2453" y="477"/>
                    </a:lnTo>
                    <a:lnTo>
                      <a:pt x="19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66"/>
              <p:cNvSpPr/>
              <p:nvPr/>
            </p:nvSpPr>
            <p:spPr>
              <a:xfrm>
                <a:off x="3292261" y="3172377"/>
                <a:ext cx="49646" cy="49672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9" extrusionOk="0">
                    <a:moveTo>
                      <a:pt x="477" y="1"/>
                    </a:moveTo>
                    <a:lnTo>
                      <a:pt x="0" y="477"/>
                    </a:lnTo>
                    <a:lnTo>
                      <a:pt x="453" y="930"/>
                    </a:lnTo>
                    <a:lnTo>
                      <a:pt x="0" y="1358"/>
                    </a:lnTo>
                    <a:lnTo>
                      <a:pt x="477" y="1859"/>
                    </a:lnTo>
                    <a:lnTo>
                      <a:pt x="929" y="1406"/>
                    </a:lnTo>
                    <a:lnTo>
                      <a:pt x="1382" y="1859"/>
                    </a:lnTo>
                    <a:lnTo>
                      <a:pt x="1858" y="1358"/>
                    </a:lnTo>
                    <a:lnTo>
                      <a:pt x="1405" y="930"/>
                    </a:lnTo>
                    <a:lnTo>
                      <a:pt x="1858" y="477"/>
                    </a:lnTo>
                    <a:lnTo>
                      <a:pt x="1382" y="1"/>
                    </a:lnTo>
                    <a:lnTo>
                      <a:pt x="929" y="430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66"/>
              <p:cNvSpPr/>
              <p:nvPr/>
            </p:nvSpPr>
            <p:spPr>
              <a:xfrm>
                <a:off x="3161814" y="3279283"/>
                <a:ext cx="54749" cy="1849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692" extrusionOk="0">
                    <a:moveTo>
                      <a:pt x="0" y="1"/>
                    </a:moveTo>
                    <a:lnTo>
                      <a:pt x="0" y="691"/>
                    </a:lnTo>
                    <a:lnTo>
                      <a:pt x="2048" y="691"/>
                    </a:lnTo>
                    <a:lnTo>
                      <a:pt x="20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66"/>
              <p:cNvSpPr/>
              <p:nvPr/>
            </p:nvSpPr>
            <p:spPr>
              <a:xfrm>
                <a:off x="3125529" y="3279283"/>
                <a:ext cx="18490" cy="1849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2" extrusionOk="0">
                    <a:moveTo>
                      <a:pt x="1" y="1"/>
                    </a:moveTo>
                    <a:lnTo>
                      <a:pt x="1" y="691"/>
                    </a:lnTo>
                    <a:lnTo>
                      <a:pt x="692" y="691"/>
                    </a:lnTo>
                    <a:lnTo>
                      <a:pt x="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66"/>
              <p:cNvSpPr/>
              <p:nvPr/>
            </p:nvSpPr>
            <p:spPr>
              <a:xfrm>
                <a:off x="3161814" y="3315569"/>
                <a:ext cx="45825" cy="18464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691" extrusionOk="0">
                    <a:moveTo>
                      <a:pt x="0" y="0"/>
                    </a:moveTo>
                    <a:lnTo>
                      <a:pt x="0" y="691"/>
                    </a:lnTo>
                    <a:lnTo>
                      <a:pt x="1715" y="691"/>
                    </a:lnTo>
                    <a:lnTo>
                      <a:pt x="1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66"/>
              <p:cNvSpPr/>
              <p:nvPr/>
            </p:nvSpPr>
            <p:spPr>
              <a:xfrm>
                <a:off x="3125529" y="3315569"/>
                <a:ext cx="18490" cy="18464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1" extrusionOk="0">
                    <a:moveTo>
                      <a:pt x="1" y="0"/>
                    </a:moveTo>
                    <a:lnTo>
                      <a:pt x="1" y="691"/>
                    </a:lnTo>
                    <a:lnTo>
                      <a:pt x="692" y="691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66"/>
              <p:cNvSpPr/>
              <p:nvPr/>
            </p:nvSpPr>
            <p:spPr>
              <a:xfrm>
                <a:off x="3161814" y="3352469"/>
                <a:ext cx="54749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668" extrusionOk="0">
                    <a:moveTo>
                      <a:pt x="0" y="0"/>
                    </a:moveTo>
                    <a:lnTo>
                      <a:pt x="0" y="667"/>
                    </a:lnTo>
                    <a:lnTo>
                      <a:pt x="2048" y="667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66"/>
              <p:cNvSpPr/>
              <p:nvPr/>
            </p:nvSpPr>
            <p:spPr>
              <a:xfrm>
                <a:off x="3125529" y="3352469"/>
                <a:ext cx="18490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68" extrusionOk="0">
                    <a:moveTo>
                      <a:pt x="1" y="0"/>
                    </a:moveTo>
                    <a:lnTo>
                      <a:pt x="1" y="667"/>
                    </a:lnTo>
                    <a:lnTo>
                      <a:pt x="692" y="667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66"/>
              <p:cNvSpPr/>
              <p:nvPr/>
            </p:nvSpPr>
            <p:spPr>
              <a:xfrm>
                <a:off x="3308160" y="3279283"/>
                <a:ext cx="54749" cy="1849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692" extrusionOk="0">
                    <a:moveTo>
                      <a:pt x="1" y="1"/>
                    </a:moveTo>
                    <a:lnTo>
                      <a:pt x="1" y="691"/>
                    </a:lnTo>
                    <a:lnTo>
                      <a:pt x="2049" y="691"/>
                    </a:lnTo>
                    <a:lnTo>
                      <a:pt x="20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66"/>
              <p:cNvSpPr/>
              <p:nvPr/>
            </p:nvSpPr>
            <p:spPr>
              <a:xfrm>
                <a:off x="3271260" y="3279283"/>
                <a:ext cx="18490" cy="1849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2" extrusionOk="0">
                    <a:moveTo>
                      <a:pt x="0" y="1"/>
                    </a:moveTo>
                    <a:lnTo>
                      <a:pt x="0" y="691"/>
                    </a:lnTo>
                    <a:lnTo>
                      <a:pt x="691" y="691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66"/>
              <p:cNvSpPr/>
              <p:nvPr/>
            </p:nvSpPr>
            <p:spPr>
              <a:xfrm>
                <a:off x="3308160" y="3315569"/>
                <a:ext cx="45210" cy="18464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691" extrusionOk="0">
                    <a:moveTo>
                      <a:pt x="1" y="0"/>
                    </a:moveTo>
                    <a:lnTo>
                      <a:pt x="1" y="691"/>
                    </a:lnTo>
                    <a:lnTo>
                      <a:pt x="1692" y="691"/>
                    </a:lnTo>
                    <a:lnTo>
                      <a:pt x="1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66"/>
              <p:cNvSpPr/>
              <p:nvPr/>
            </p:nvSpPr>
            <p:spPr>
              <a:xfrm>
                <a:off x="3271260" y="3315569"/>
                <a:ext cx="18490" cy="18464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1" extrusionOk="0">
                    <a:moveTo>
                      <a:pt x="0" y="0"/>
                    </a:moveTo>
                    <a:lnTo>
                      <a:pt x="0" y="691"/>
                    </a:lnTo>
                    <a:lnTo>
                      <a:pt x="691" y="691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66"/>
              <p:cNvSpPr/>
              <p:nvPr/>
            </p:nvSpPr>
            <p:spPr>
              <a:xfrm>
                <a:off x="3308160" y="3352469"/>
                <a:ext cx="54749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668" extrusionOk="0">
                    <a:moveTo>
                      <a:pt x="1" y="0"/>
                    </a:moveTo>
                    <a:lnTo>
                      <a:pt x="1" y="667"/>
                    </a:lnTo>
                    <a:lnTo>
                      <a:pt x="2049" y="667"/>
                    </a:lnTo>
                    <a:lnTo>
                      <a:pt x="20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66"/>
              <p:cNvSpPr/>
              <p:nvPr/>
            </p:nvSpPr>
            <p:spPr>
              <a:xfrm>
                <a:off x="3271260" y="3352469"/>
                <a:ext cx="18490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68" extrusionOk="0">
                    <a:moveTo>
                      <a:pt x="0" y="0"/>
                    </a:moveTo>
                    <a:lnTo>
                      <a:pt x="0" y="667"/>
                    </a:lnTo>
                    <a:lnTo>
                      <a:pt x="691" y="667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66"/>
              <p:cNvSpPr/>
              <p:nvPr/>
            </p:nvSpPr>
            <p:spPr>
              <a:xfrm>
                <a:off x="3308160" y="3388728"/>
                <a:ext cx="36312" cy="18490"/>
              </a:xfrm>
              <a:custGeom>
                <a:avLst/>
                <a:gdLst/>
                <a:ahLst/>
                <a:cxnLst/>
                <a:rect l="l" t="t" r="r" b="b"/>
                <a:pathLst>
                  <a:path w="1359" h="692" extrusionOk="0">
                    <a:moveTo>
                      <a:pt x="1" y="1"/>
                    </a:moveTo>
                    <a:lnTo>
                      <a:pt x="1" y="691"/>
                    </a:lnTo>
                    <a:lnTo>
                      <a:pt x="1358" y="691"/>
                    </a:lnTo>
                    <a:lnTo>
                      <a:pt x="13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66"/>
              <p:cNvSpPr/>
              <p:nvPr/>
            </p:nvSpPr>
            <p:spPr>
              <a:xfrm>
                <a:off x="3271260" y="3388728"/>
                <a:ext cx="18490" cy="1849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2" extrusionOk="0">
                    <a:moveTo>
                      <a:pt x="0" y="1"/>
                    </a:moveTo>
                    <a:lnTo>
                      <a:pt x="0" y="691"/>
                    </a:lnTo>
                    <a:lnTo>
                      <a:pt x="691" y="691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ECB486D-AA59-EE74-E19F-D8F68C41A82C}"/>
              </a:ext>
            </a:extLst>
          </p:cNvPr>
          <p:cNvGrpSpPr/>
          <p:nvPr/>
        </p:nvGrpSpPr>
        <p:grpSpPr>
          <a:xfrm>
            <a:off x="6255482" y="1096408"/>
            <a:ext cx="555517" cy="554293"/>
            <a:chOff x="5616324" y="3075283"/>
            <a:chExt cx="555517" cy="554294"/>
          </a:xfrm>
        </p:grpSpPr>
        <p:sp>
          <p:nvSpPr>
            <p:cNvPr id="2881" name="Google Shape;2881;p66"/>
            <p:cNvSpPr/>
            <p:nvPr/>
          </p:nvSpPr>
          <p:spPr>
            <a:xfrm>
              <a:off x="5616324" y="3075283"/>
              <a:ext cx="555517" cy="554294"/>
            </a:xfrm>
            <a:custGeom>
              <a:avLst/>
              <a:gdLst/>
              <a:ahLst/>
              <a:cxnLst/>
              <a:rect l="l" t="t" r="r" b="b"/>
              <a:pathLst>
                <a:path w="11362" h="11337" extrusionOk="0">
                  <a:moveTo>
                    <a:pt x="11362" y="5668"/>
                  </a:moveTo>
                  <a:cubicBezTo>
                    <a:pt x="11362" y="8798"/>
                    <a:pt x="8823" y="11337"/>
                    <a:pt x="5669" y="11337"/>
                  </a:cubicBezTo>
                  <a:cubicBezTo>
                    <a:pt x="2539" y="11337"/>
                    <a:pt x="1" y="8798"/>
                    <a:pt x="1" y="5668"/>
                  </a:cubicBezTo>
                  <a:cubicBezTo>
                    <a:pt x="1" y="2539"/>
                    <a:pt x="2539" y="0"/>
                    <a:pt x="5669" y="0"/>
                  </a:cubicBezTo>
                  <a:cubicBezTo>
                    <a:pt x="8823" y="0"/>
                    <a:pt x="11362" y="2539"/>
                    <a:pt x="11362" y="56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0" name="Google Shape;2900;p66"/>
            <p:cNvGrpSpPr/>
            <p:nvPr/>
          </p:nvGrpSpPr>
          <p:grpSpPr>
            <a:xfrm>
              <a:off x="5757262" y="3197142"/>
              <a:ext cx="273640" cy="310567"/>
              <a:chOff x="4178841" y="5730845"/>
              <a:chExt cx="273640" cy="310567"/>
            </a:xfrm>
          </p:grpSpPr>
          <p:sp>
            <p:nvSpPr>
              <p:cNvPr id="2901" name="Google Shape;2901;p66"/>
              <p:cNvSpPr/>
              <p:nvPr/>
            </p:nvSpPr>
            <p:spPr>
              <a:xfrm>
                <a:off x="4178841" y="5730845"/>
                <a:ext cx="273640" cy="310567"/>
              </a:xfrm>
              <a:custGeom>
                <a:avLst/>
                <a:gdLst/>
                <a:ahLst/>
                <a:cxnLst/>
                <a:rect l="l" t="t" r="r" b="b"/>
                <a:pathLst>
                  <a:path w="10241" h="11623" extrusionOk="0">
                    <a:moveTo>
                      <a:pt x="7502" y="1168"/>
                    </a:moveTo>
                    <a:lnTo>
                      <a:pt x="9074" y="2739"/>
                    </a:lnTo>
                    <a:lnTo>
                      <a:pt x="7502" y="2739"/>
                    </a:lnTo>
                    <a:lnTo>
                      <a:pt x="7502" y="1168"/>
                    </a:lnTo>
                    <a:close/>
                    <a:moveTo>
                      <a:pt x="6811" y="691"/>
                    </a:moveTo>
                    <a:lnTo>
                      <a:pt x="6811" y="3406"/>
                    </a:lnTo>
                    <a:lnTo>
                      <a:pt x="9550" y="3406"/>
                    </a:lnTo>
                    <a:lnTo>
                      <a:pt x="9550" y="10931"/>
                    </a:lnTo>
                    <a:lnTo>
                      <a:pt x="667" y="10931"/>
                    </a:lnTo>
                    <a:lnTo>
                      <a:pt x="667" y="691"/>
                    </a:lnTo>
                    <a:close/>
                    <a:moveTo>
                      <a:pt x="1" y="1"/>
                    </a:moveTo>
                    <a:lnTo>
                      <a:pt x="1" y="11622"/>
                    </a:lnTo>
                    <a:lnTo>
                      <a:pt x="10241" y="11622"/>
                    </a:lnTo>
                    <a:lnTo>
                      <a:pt x="10241" y="2930"/>
                    </a:lnTo>
                    <a:lnTo>
                      <a:pt x="73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66"/>
              <p:cNvSpPr/>
              <p:nvPr/>
            </p:nvSpPr>
            <p:spPr>
              <a:xfrm>
                <a:off x="4215100" y="5767130"/>
                <a:ext cx="127935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2049" extrusionOk="0">
                    <a:moveTo>
                      <a:pt x="4097" y="691"/>
                    </a:moveTo>
                    <a:lnTo>
                      <a:pt x="4097" y="1381"/>
                    </a:lnTo>
                    <a:lnTo>
                      <a:pt x="692" y="1381"/>
                    </a:lnTo>
                    <a:lnTo>
                      <a:pt x="692" y="691"/>
                    </a:lnTo>
                    <a:close/>
                    <a:moveTo>
                      <a:pt x="1" y="0"/>
                    </a:moveTo>
                    <a:lnTo>
                      <a:pt x="1" y="2048"/>
                    </a:lnTo>
                    <a:lnTo>
                      <a:pt x="4788" y="2048"/>
                    </a:lnTo>
                    <a:lnTo>
                      <a:pt x="47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66"/>
              <p:cNvSpPr/>
              <p:nvPr/>
            </p:nvSpPr>
            <p:spPr>
              <a:xfrm>
                <a:off x="4215100" y="5840290"/>
                <a:ext cx="201121" cy="164194"/>
              </a:xfrm>
              <a:custGeom>
                <a:avLst/>
                <a:gdLst/>
                <a:ahLst/>
                <a:cxnLst/>
                <a:rect l="l" t="t" r="r" b="b"/>
                <a:pathLst>
                  <a:path w="7527" h="6145" extrusionOk="0">
                    <a:moveTo>
                      <a:pt x="1" y="1"/>
                    </a:moveTo>
                    <a:lnTo>
                      <a:pt x="1" y="691"/>
                    </a:lnTo>
                    <a:lnTo>
                      <a:pt x="692" y="691"/>
                    </a:lnTo>
                    <a:lnTo>
                      <a:pt x="692" y="1358"/>
                    </a:lnTo>
                    <a:lnTo>
                      <a:pt x="1" y="1358"/>
                    </a:lnTo>
                    <a:lnTo>
                      <a:pt x="1" y="2049"/>
                    </a:lnTo>
                    <a:lnTo>
                      <a:pt x="692" y="2049"/>
                    </a:lnTo>
                    <a:lnTo>
                      <a:pt x="692" y="2739"/>
                    </a:lnTo>
                    <a:lnTo>
                      <a:pt x="1" y="2739"/>
                    </a:lnTo>
                    <a:lnTo>
                      <a:pt x="1" y="3406"/>
                    </a:lnTo>
                    <a:lnTo>
                      <a:pt x="692" y="3406"/>
                    </a:lnTo>
                    <a:lnTo>
                      <a:pt x="692" y="4097"/>
                    </a:lnTo>
                    <a:lnTo>
                      <a:pt x="1" y="4097"/>
                    </a:lnTo>
                    <a:lnTo>
                      <a:pt x="1" y="4787"/>
                    </a:lnTo>
                    <a:lnTo>
                      <a:pt x="692" y="4787"/>
                    </a:lnTo>
                    <a:lnTo>
                      <a:pt x="692" y="5478"/>
                    </a:lnTo>
                    <a:lnTo>
                      <a:pt x="1382" y="5478"/>
                    </a:lnTo>
                    <a:lnTo>
                      <a:pt x="1382" y="6145"/>
                    </a:lnTo>
                    <a:lnTo>
                      <a:pt x="2049" y="6145"/>
                    </a:lnTo>
                    <a:lnTo>
                      <a:pt x="2049" y="5478"/>
                    </a:lnTo>
                    <a:lnTo>
                      <a:pt x="2740" y="5478"/>
                    </a:lnTo>
                    <a:lnTo>
                      <a:pt x="2740" y="6145"/>
                    </a:lnTo>
                    <a:lnTo>
                      <a:pt x="3430" y="6145"/>
                    </a:lnTo>
                    <a:lnTo>
                      <a:pt x="3430" y="5478"/>
                    </a:lnTo>
                    <a:lnTo>
                      <a:pt x="4097" y="5478"/>
                    </a:lnTo>
                    <a:lnTo>
                      <a:pt x="4097" y="6145"/>
                    </a:lnTo>
                    <a:lnTo>
                      <a:pt x="4788" y="6145"/>
                    </a:lnTo>
                    <a:lnTo>
                      <a:pt x="4788" y="5478"/>
                    </a:lnTo>
                    <a:lnTo>
                      <a:pt x="5478" y="5478"/>
                    </a:lnTo>
                    <a:lnTo>
                      <a:pt x="5478" y="6145"/>
                    </a:lnTo>
                    <a:lnTo>
                      <a:pt x="6169" y="6145"/>
                    </a:lnTo>
                    <a:lnTo>
                      <a:pt x="6169" y="5478"/>
                    </a:lnTo>
                    <a:lnTo>
                      <a:pt x="6836" y="5478"/>
                    </a:lnTo>
                    <a:lnTo>
                      <a:pt x="6836" y="6145"/>
                    </a:lnTo>
                    <a:lnTo>
                      <a:pt x="7526" y="6145"/>
                    </a:lnTo>
                    <a:lnTo>
                      <a:pt x="7526" y="4787"/>
                    </a:lnTo>
                    <a:lnTo>
                      <a:pt x="1859" y="4787"/>
                    </a:lnTo>
                    <a:lnTo>
                      <a:pt x="3240" y="3406"/>
                    </a:lnTo>
                    <a:lnTo>
                      <a:pt x="4597" y="3406"/>
                    </a:lnTo>
                    <a:lnTo>
                      <a:pt x="6836" y="1168"/>
                    </a:lnTo>
                    <a:lnTo>
                      <a:pt x="6836" y="2073"/>
                    </a:lnTo>
                    <a:lnTo>
                      <a:pt x="7526" y="2073"/>
                    </a:lnTo>
                    <a:lnTo>
                      <a:pt x="7526" y="1"/>
                    </a:lnTo>
                    <a:lnTo>
                      <a:pt x="5478" y="1"/>
                    </a:lnTo>
                    <a:lnTo>
                      <a:pt x="5454" y="691"/>
                    </a:lnTo>
                    <a:lnTo>
                      <a:pt x="6359" y="691"/>
                    </a:lnTo>
                    <a:lnTo>
                      <a:pt x="4311" y="2739"/>
                    </a:lnTo>
                    <a:lnTo>
                      <a:pt x="2954" y="2739"/>
                    </a:lnTo>
                    <a:lnTo>
                      <a:pt x="1382" y="4311"/>
                    </a:lnTo>
                    <a:lnTo>
                      <a:pt x="138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04" name="Google Shape;2904;p66"/>
          <p:cNvGrpSpPr/>
          <p:nvPr/>
        </p:nvGrpSpPr>
        <p:grpSpPr>
          <a:xfrm>
            <a:off x="3094661" y="1405555"/>
            <a:ext cx="310540" cy="309925"/>
            <a:chOff x="2935479" y="5261882"/>
            <a:chExt cx="310540" cy="309925"/>
          </a:xfrm>
        </p:grpSpPr>
        <p:sp>
          <p:nvSpPr>
            <p:cNvPr id="2905" name="Google Shape;2905;p66"/>
            <p:cNvSpPr/>
            <p:nvPr/>
          </p:nvSpPr>
          <p:spPr>
            <a:xfrm>
              <a:off x="2935479" y="5261882"/>
              <a:ext cx="310540" cy="309925"/>
            </a:xfrm>
            <a:custGeom>
              <a:avLst/>
              <a:gdLst/>
              <a:ahLst/>
              <a:cxnLst/>
              <a:rect l="l" t="t" r="r" b="b"/>
              <a:pathLst>
                <a:path w="11622" h="11599" extrusionOk="0">
                  <a:moveTo>
                    <a:pt x="10931" y="667"/>
                  </a:moveTo>
                  <a:lnTo>
                    <a:pt x="10931" y="7502"/>
                  </a:lnTo>
                  <a:lnTo>
                    <a:pt x="691" y="7502"/>
                  </a:lnTo>
                  <a:lnTo>
                    <a:pt x="691" y="667"/>
                  </a:lnTo>
                  <a:close/>
                  <a:moveTo>
                    <a:pt x="5454" y="8193"/>
                  </a:moveTo>
                  <a:lnTo>
                    <a:pt x="5454" y="9217"/>
                  </a:lnTo>
                  <a:lnTo>
                    <a:pt x="3691" y="9217"/>
                  </a:lnTo>
                  <a:lnTo>
                    <a:pt x="4001" y="8193"/>
                  </a:lnTo>
                  <a:close/>
                  <a:moveTo>
                    <a:pt x="7597" y="8193"/>
                  </a:moveTo>
                  <a:lnTo>
                    <a:pt x="7906" y="9217"/>
                  </a:lnTo>
                  <a:lnTo>
                    <a:pt x="6144" y="9217"/>
                  </a:lnTo>
                  <a:lnTo>
                    <a:pt x="6144" y="8193"/>
                  </a:lnTo>
                  <a:close/>
                  <a:moveTo>
                    <a:pt x="0" y="0"/>
                  </a:moveTo>
                  <a:lnTo>
                    <a:pt x="0" y="8193"/>
                  </a:lnTo>
                  <a:lnTo>
                    <a:pt x="3286" y="8193"/>
                  </a:lnTo>
                  <a:lnTo>
                    <a:pt x="2977" y="9217"/>
                  </a:lnTo>
                  <a:lnTo>
                    <a:pt x="1691" y="9217"/>
                  </a:lnTo>
                  <a:lnTo>
                    <a:pt x="1691" y="9907"/>
                  </a:lnTo>
                  <a:lnTo>
                    <a:pt x="2763" y="9907"/>
                  </a:lnTo>
                  <a:lnTo>
                    <a:pt x="2477" y="10931"/>
                  </a:lnTo>
                  <a:lnTo>
                    <a:pt x="1715" y="10931"/>
                  </a:lnTo>
                  <a:lnTo>
                    <a:pt x="1715" y="11598"/>
                  </a:lnTo>
                  <a:lnTo>
                    <a:pt x="2977" y="11598"/>
                  </a:lnTo>
                  <a:lnTo>
                    <a:pt x="3501" y="9883"/>
                  </a:lnTo>
                  <a:lnTo>
                    <a:pt x="5454" y="9883"/>
                  </a:lnTo>
                  <a:lnTo>
                    <a:pt x="5454" y="10907"/>
                  </a:lnTo>
                  <a:lnTo>
                    <a:pt x="4763" y="10907"/>
                  </a:lnTo>
                  <a:lnTo>
                    <a:pt x="4763" y="11598"/>
                  </a:lnTo>
                  <a:lnTo>
                    <a:pt x="6811" y="11598"/>
                  </a:lnTo>
                  <a:lnTo>
                    <a:pt x="6811" y="10907"/>
                  </a:lnTo>
                  <a:lnTo>
                    <a:pt x="6144" y="10907"/>
                  </a:lnTo>
                  <a:lnTo>
                    <a:pt x="6144" y="9883"/>
                  </a:lnTo>
                  <a:lnTo>
                    <a:pt x="8097" y="9883"/>
                  </a:lnTo>
                  <a:lnTo>
                    <a:pt x="8645" y="11598"/>
                  </a:lnTo>
                  <a:lnTo>
                    <a:pt x="9907" y="11598"/>
                  </a:lnTo>
                  <a:lnTo>
                    <a:pt x="9907" y="10907"/>
                  </a:lnTo>
                  <a:lnTo>
                    <a:pt x="9145" y="10907"/>
                  </a:lnTo>
                  <a:lnTo>
                    <a:pt x="8835" y="9883"/>
                  </a:lnTo>
                  <a:lnTo>
                    <a:pt x="9573" y="9883"/>
                  </a:lnTo>
                  <a:lnTo>
                    <a:pt x="9573" y="9217"/>
                  </a:lnTo>
                  <a:lnTo>
                    <a:pt x="8645" y="9217"/>
                  </a:lnTo>
                  <a:lnTo>
                    <a:pt x="8335" y="8193"/>
                  </a:lnTo>
                  <a:lnTo>
                    <a:pt x="11622" y="8193"/>
                  </a:lnTo>
                  <a:lnTo>
                    <a:pt x="11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66"/>
            <p:cNvSpPr/>
            <p:nvPr/>
          </p:nvSpPr>
          <p:spPr>
            <a:xfrm>
              <a:off x="2971738" y="5298141"/>
              <a:ext cx="36927" cy="18490"/>
            </a:xfrm>
            <a:custGeom>
              <a:avLst/>
              <a:gdLst/>
              <a:ahLst/>
              <a:cxnLst/>
              <a:rect l="l" t="t" r="r" b="b"/>
              <a:pathLst>
                <a:path w="1382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382" y="692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66"/>
            <p:cNvSpPr/>
            <p:nvPr/>
          </p:nvSpPr>
          <p:spPr>
            <a:xfrm>
              <a:off x="2971738" y="5298462"/>
              <a:ext cx="237380" cy="145437"/>
            </a:xfrm>
            <a:custGeom>
              <a:avLst/>
              <a:gdLst/>
              <a:ahLst/>
              <a:cxnLst/>
              <a:rect l="l" t="t" r="r" b="b"/>
              <a:pathLst>
                <a:path w="8884" h="5443" extrusionOk="0">
                  <a:moveTo>
                    <a:pt x="4787" y="703"/>
                  </a:moveTo>
                  <a:cubicBezTo>
                    <a:pt x="5637" y="845"/>
                    <a:pt x="6299" y="1501"/>
                    <a:pt x="6473" y="2370"/>
                  </a:cubicBezTo>
                  <a:lnTo>
                    <a:pt x="4787" y="2370"/>
                  </a:lnTo>
                  <a:lnTo>
                    <a:pt x="4787" y="703"/>
                  </a:lnTo>
                  <a:close/>
                  <a:moveTo>
                    <a:pt x="4097" y="703"/>
                  </a:moveTo>
                  <a:lnTo>
                    <a:pt x="4097" y="2585"/>
                  </a:lnTo>
                  <a:lnTo>
                    <a:pt x="2787" y="3918"/>
                  </a:lnTo>
                  <a:cubicBezTo>
                    <a:pt x="1906" y="2680"/>
                    <a:pt x="2620" y="965"/>
                    <a:pt x="4097" y="703"/>
                  </a:cubicBezTo>
                  <a:close/>
                  <a:moveTo>
                    <a:pt x="6454" y="3061"/>
                  </a:moveTo>
                  <a:cubicBezTo>
                    <a:pt x="6287" y="4037"/>
                    <a:pt x="5454" y="4776"/>
                    <a:pt x="4454" y="4776"/>
                  </a:cubicBezTo>
                  <a:cubicBezTo>
                    <a:pt x="4025" y="4776"/>
                    <a:pt x="3596" y="4633"/>
                    <a:pt x="3263" y="4395"/>
                  </a:cubicBezTo>
                  <a:lnTo>
                    <a:pt x="4597" y="3061"/>
                  </a:lnTo>
                  <a:close/>
                  <a:moveTo>
                    <a:pt x="4451" y="1"/>
                  </a:moveTo>
                  <a:cubicBezTo>
                    <a:pt x="3448" y="1"/>
                    <a:pt x="2441" y="537"/>
                    <a:pt x="1953" y="1608"/>
                  </a:cubicBezTo>
                  <a:lnTo>
                    <a:pt x="1453" y="1346"/>
                  </a:lnTo>
                  <a:lnTo>
                    <a:pt x="0" y="1346"/>
                  </a:lnTo>
                  <a:lnTo>
                    <a:pt x="0" y="2037"/>
                  </a:lnTo>
                  <a:lnTo>
                    <a:pt x="1286" y="2037"/>
                  </a:lnTo>
                  <a:lnTo>
                    <a:pt x="1763" y="2251"/>
                  </a:lnTo>
                  <a:cubicBezTo>
                    <a:pt x="1464" y="4060"/>
                    <a:pt x="2900" y="5441"/>
                    <a:pt x="4467" y="5441"/>
                  </a:cubicBezTo>
                  <a:cubicBezTo>
                    <a:pt x="5026" y="5441"/>
                    <a:pt x="5601" y="5265"/>
                    <a:pt x="6121" y="4871"/>
                  </a:cubicBezTo>
                  <a:lnTo>
                    <a:pt x="6692" y="5442"/>
                  </a:lnTo>
                  <a:lnTo>
                    <a:pt x="8883" y="5442"/>
                  </a:lnTo>
                  <a:lnTo>
                    <a:pt x="8883" y="4776"/>
                  </a:lnTo>
                  <a:lnTo>
                    <a:pt x="6978" y="4776"/>
                  </a:lnTo>
                  <a:lnTo>
                    <a:pt x="6597" y="4395"/>
                  </a:lnTo>
                  <a:cubicBezTo>
                    <a:pt x="7073" y="3775"/>
                    <a:pt x="7264" y="3013"/>
                    <a:pt x="7145" y="2251"/>
                  </a:cubicBezTo>
                  <a:lnTo>
                    <a:pt x="7597" y="2037"/>
                  </a:lnTo>
                  <a:lnTo>
                    <a:pt x="8883" y="2037"/>
                  </a:lnTo>
                  <a:lnTo>
                    <a:pt x="8883" y="1346"/>
                  </a:lnTo>
                  <a:lnTo>
                    <a:pt x="7431" y="1346"/>
                  </a:lnTo>
                  <a:lnTo>
                    <a:pt x="6930" y="1608"/>
                  </a:lnTo>
                  <a:cubicBezTo>
                    <a:pt x="6454" y="537"/>
                    <a:pt x="5454" y="1"/>
                    <a:pt x="4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66"/>
            <p:cNvSpPr/>
            <p:nvPr/>
          </p:nvSpPr>
          <p:spPr>
            <a:xfrm>
              <a:off x="3172806" y="5298141"/>
              <a:ext cx="36312" cy="18490"/>
            </a:xfrm>
            <a:custGeom>
              <a:avLst/>
              <a:gdLst/>
              <a:ahLst/>
              <a:cxnLst/>
              <a:rect l="l" t="t" r="r" b="b"/>
              <a:pathLst>
                <a:path w="1359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358" y="692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6"/>
            <p:cNvSpPr/>
            <p:nvPr/>
          </p:nvSpPr>
          <p:spPr>
            <a:xfrm>
              <a:off x="3182372" y="5389149"/>
              <a:ext cx="27388" cy="18464"/>
            </a:xfrm>
            <a:custGeom>
              <a:avLst/>
              <a:gdLst/>
              <a:ahLst/>
              <a:cxnLst/>
              <a:rect l="l" t="t" r="r" b="b"/>
              <a:pathLst>
                <a:path w="1025" h="691" extrusionOk="0">
                  <a:moveTo>
                    <a:pt x="0" y="0"/>
                  </a:moveTo>
                  <a:lnTo>
                    <a:pt x="0" y="691"/>
                  </a:lnTo>
                  <a:lnTo>
                    <a:pt x="1024" y="691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5" name="Google Shape;2915;p66"/>
          <p:cNvSpPr/>
          <p:nvPr/>
        </p:nvSpPr>
        <p:spPr>
          <a:xfrm rot="-5400000">
            <a:off x="7837924" y="4737073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7CF4E3-F8FA-CCD6-0A5D-D8E2CE5DF23E}"/>
              </a:ext>
            </a:extLst>
          </p:cNvPr>
          <p:cNvSpPr txBox="1"/>
          <p:nvPr/>
        </p:nvSpPr>
        <p:spPr>
          <a:xfrm>
            <a:off x="2866192" y="14286"/>
            <a:ext cx="409763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chemeClr val="lt1"/>
                </a:solidFill>
                <a:latin typeface="Aldrich"/>
                <a:sym typeface="Aldrich"/>
              </a:rPr>
              <a:t>OUR AI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1">
          <a:extLst>
            <a:ext uri="{FF2B5EF4-FFF2-40B4-BE49-F238E27FC236}">
              <a16:creationId xmlns:a16="http://schemas.microsoft.com/office/drawing/2014/main" id="{479BA1F6-5C08-11CD-3164-4723668C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p109">
            <a:extLst>
              <a:ext uri="{FF2B5EF4-FFF2-40B4-BE49-F238E27FC236}">
                <a16:creationId xmlns:a16="http://schemas.microsoft.com/office/drawing/2014/main" id="{F9F18B2D-A75F-87EF-9E23-14D70D97B7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87149" y="1884409"/>
            <a:ext cx="3498210" cy="7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Public Sector Market</a:t>
            </a:r>
            <a:endParaRPr dirty="0"/>
          </a:p>
        </p:txBody>
      </p:sp>
      <p:sp>
        <p:nvSpPr>
          <p:cNvPr id="4692" name="Google Shape;4692;p109">
            <a:extLst>
              <a:ext uri="{FF2B5EF4-FFF2-40B4-BE49-F238E27FC236}">
                <a16:creationId xmlns:a16="http://schemas.microsoft.com/office/drawing/2014/main" id="{250627DB-22B9-2765-D11B-DC2DE7F24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899842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ECONOMIC PROSPECT &amp; MARKETABILITY </a:t>
            </a:r>
            <a:endParaRPr lang="en-US" dirty="0"/>
          </a:p>
        </p:txBody>
      </p:sp>
      <p:sp>
        <p:nvSpPr>
          <p:cNvPr id="4699" name="Google Shape;4699;p109">
            <a:extLst>
              <a:ext uri="{FF2B5EF4-FFF2-40B4-BE49-F238E27FC236}">
                <a16:creationId xmlns:a16="http://schemas.microsoft.com/office/drawing/2014/main" id="{809D4D95-C075-E77D-F031-69AADECC32B0}"/>
              </a:ext>
            </a:extLst>
          </p:cNvPr>
          <p:cNvSpPr/>
          <p:nvPr/>
        </p:nvSpPr>
        <p:spPr>
          <a:xfrm>
            <a:off x="1374107" y="187608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12" name="Google Shape;4712;p109">
            <a:extLst>
              <a:ext uri="{FF2B5EF4-FFF2-40B4-BE49-F238E27FC236}">
                <a16:creationId xmlns:a16="http://schemas.microsoft.com/office/drawing/2014/main" id="{AD3E6902-A143-F2EE-F01E-E7BCF01078AA}"/>
              </a:ext>
            </a:extLst>
          </p:cNvPr>
          <p:cNvGrpSpPr/>
          <p:nvPr/>
        </p:nvGrpSpPr>
        <p:grpSpPr>
          <a:xfrm>
            <a:off x="1502278" y="2001345"/>
            <a:ext cx="346522" cy="303776"/>
            <a:chOff x="2503581" y="4658655"/>
            <a:chExt cx="353089" cy="309533"/>
          </a:xfrm>
        </p:grpSpPr>
        <p:sp>
          <p:nvSpPr>
            <p:cNvPr id="4713" name="Google Shape;4713;p109">
              <a:extLst>
                <a:ext uri="{FF2B5EF4-FFF2-40B4-BE49-F238E27FC236}">
                  <a16:creationId xmlns:a16="http://schemas.microsoft.com/office/drawing/2014/main" id="{B822E2C1-128F-0518-5D7D-14E73CA5FDC1}"/>
                </a:ext>
              </a:extLst>
            </p:cNvPr>
            <p:cNvSpPr/>
            <p:nvPr/>
          </p:nvSpPr>
          <p:spPr>
            <a:xfrm>
              <a:off x="2503581" y="4658655"/>
              <a:ext cx="353089" cy="309533"/>
            </a:xfrm>
            <a:custGeom>
              <a:avLst/>
              <a:gdLst/>
              <a:ahLst/>
              <a:cxnLst/>
              <a:rect l="l" t="t" r="r" b="b"/>
              <a:pathLst>
                <a:path w="21799" h="19107" extrusionOk="0">
                  <a:moveTo>
                    <a:pt x="8996" y="3446"/>
                  </a:moveTo>
                  <a:lnTo>
                    <a:pt x="10458" y="4908"/>
                  </a:lnTo>
                  <a:cubicBezTo>
                    <a:pt x="10583" y="5033"/>
                    <a:pt x="10746" y="5095"/>
                    <a:pt x="10909" y="5095"/>
                  </a:cubicBezTo>
                  <a:cubicBezTo>
                    <a:pt x="11072" y="5095"/>
                    <a:pt x="11235" y="5033"/>
                    <a:pt x="11359" y="4908"/>
                  </a:cubicBezTo>
                  <a:lnTo>
                    <a:pt x="12819" y="3449"/>
                  </a:lnTo>
                  <a:lnTo>
                    <a:pt x="12819" y="5131"/>
                  </a:lnTo>
                  <a:cubicBezTo>
                    <a:pt x="10608" y="5377"/>
                    <a:pt x="8774" y="6884"/>
                    <a:pt x="8054" y="8915"/>
                  </a:cubicBezTo>
                  <a:lnTo>
                    <a:pt x="1275" y="8915"/>
                  </a:lnTo>
                  <a:lnTo>
                    <a:pt x="1275" y="7272"/>
                  </a:lnTo>
                  <a:lnTo>
                    <a:pt x="3223" y="5354"/>
                  </a:lnTo>
                  <a:lnTo>
                    <a:pt x="4686" y="6818"/>
                  </a:lnTo>
                  <a:cubicBezTo>
                    <a:pt x="4811" y="6942"/>
                    <a:pt x="4973" y="7004"/>
                    <a:pt x="5137" y="7004"/>
                  </a:cubicBezTo>
                  <a:cubicBezTo>
                    <a:pt x="5298" y="7004"/>
                    <a:pt x="5460" y="6943"/>
                    <a:pt x="5585" y="6821"/>
                  </a:cubicBezTo>
                  <a:lnTo>
                    <a:pt x="8996" y="3446"/>
                  </a:lnTo>
                  <a:close/>
                  <a:moveTo>
                    <a:pt x="12819" y="6414"/>
                  </a:moveTo>
                  <a:lnTo>
                    <a:pt x="12819" y="8915"/>
                  </a:lnTo>
                  <a:lnTo>
                    <a:pt x="9429" y="8915"/>
                  </a:lnTo>
                  <a:cubicBezTo>
                    <a:pt x="10057" y="7593"/>
                    <a:pt x="11318" y="6629"/>
                    <a:pt x="12818" y="6414"/>
                  </a:cubicBezTo>
                  <a:close/>
                  <a:moveTo>
                    <a:pt x="14092" y="6414"/>
                  </a:moveTo>
                  <a:cubicBezTo>
                    <a:pt x="16249" y="6724"/>
                    <a:pt x="17912" y="8583"/>
                    <a:pt x="17912" y="10825"/>
                  </a:cubicBezTo>
                  <a:cubicBezTo>
                    <a:pt x="17912" y="13282"/>
                    <a:pt x="15913" y="15281"/>
                    <a:pt x="13456" y="15281"/>
                  </a:cubicBezTo>
                  <a:cubicBezTo>
                    <a:pt x="10998" y="15281"/>
                    <a:pt x="8999" y="13282"/>
                    <a:pt x="8999" y="10825"/>
                  </a:cubicBezTo>
                  <a:cubicBezTo>
                    <a:pt x="8999" y="10612"/>
                    <a:pt x="9015" y="10399"/>
                    <a:pt x="9045" y="10188"/>
                  </a:cubicBezTo>
                  <a:lnTo>
                    <a:pt x="13456" y="10188"/>
                  </a:lnTo>
                  <a:cubicBezTo>
                    <a:pt x="13806" y="10188"/>
                    <a:pt x="14092" y="9902"/>
                    <a:pt x="14092" y="9552"/>
                  </a:cubicBezTo>
                  <a:lnTo>
                    <a:pt x="14092" y="6414"/>
                  </a:lnTo>
                  <a:close/>
                  <a:moveTo>
                    <a:pt x="637" y="1"/>
                  </a:moveTo>
                  <a:cubicBezTo>
                    <a:pt x="285" y="1"/>
                    <a:pt x="1" y="286"/>
                    <a:pt x="1" y="638"/>
                  </a:cubicBezTo>
                  <a:lnTo>
                    <a:pt x="1" y="9550"/>
                  </a:lnTo>
                  <a:cubicBezTo>
                    <a:pt x="1" y="9902"/>
                    <a:pt x="285" y="10187"/>
                    <a:pt x="637" y="10187"/>
                  </a:cubicBezTo>
                  <a:lnTo>
                    <a:pt x="7760" y="10187"/>
                  </a:lnTo>
                  <a:cubicBezTo>
                    <a:pt x="7738" y="10399"/>
                    <a:pt x="7726" y="10610"/>
                    <a:pt x="7726" y="10823"/>
                  </a:cubicBezTo>
                  <a:cubicBezTo>
                    <a:pt x="7726" y="13983"/>
                    <a:pt x="10296" y="16553"/>
                    <a:pt x="13456" y="16553"/>
                  </a:cubicBezTo>
                  <a:cubicBezTo>
                    <a:pt x="13457" y="16553"/>
                    <a:pt x="13459" y="16553"/>
                    <a:pt x="13461" y="16553"/>
                  </a:cubicBezTo>
                  <a:cubicBezTo>
                    <a:pt x="14759" y="16553"/>
                    <a:pt x="16018" y="16111"/>
                    <a:pt x="17030" y="15299"/>
                  </a:cubicBezTo>
                  <a:lnTo>
                    <a:pt x="20643" y="18915"/>
                  </a:lnTo>
                  <a:cubicBezTo>
                    <a:pt x="20768" y="19042"/>
                    <a:pt x="20933" y="19106"/>
                    <a:pt x="21099" y="19106"/>
                  </a:cubicBezTo>
                  <a:cubicBezTo>
                    <a:pt x="21262" y="19106"/>
                    <a:pt x="21424" y="19044"/>
                    <a:pt x="21549" y="18920"/>
                  </a:cubicBezTo>
                  <a:cubicBezTo>
                    <a:pt x="21799" y="18669"/>
                    <a:pt x="21797" y="18263"/>
                    <a:pt x="21543" y="18015"/>
                  </a:cubicBezTo>
                  <a:lnTo>
                    <a:pt x="17929" y="14400"/>
                  </a:lnTo>
                  <a:cubicBezTo>
                    <a:pt x="18743" y="13387"/>
                    <a:pt x="19185" y="12125"/>
                    <a:pt x="19184" y="10825"/>
                  </a:cubicBezTo>
                  <a:cubicBezTo>
                    <a:pt x="19184" y="7880"/>
                    <a:pt x="16952" y="5450"/>
                    <a:pt x="14091" y="5131"/>
                  </a:cubicBezTo>
                  <a:lnTo>
                    <a:pt x="14091" y="1911"/>
                  </a:lnTo>
                  <a:cubicBezTo>
                    <a:pt x="14091" y="1653"/>
                    <a:pt x="13936" y="1422"/>
                    <a:pt x="13698" y="1324"/>
                  </a:cubicBezTo>
                  <a:cubicBezTo>
                    <a:pt x="13619" y="1291"/>
                    <a:pt x="13536" y="1275"/>
                    <a:pt x="13454" y="1275"/>
                  </a:cubicBezTo>
                  <a:cubicBezTo>
                    <a:pt x="13289" y="1275"/>
                    <a:pt x="13126" y="1339"/>
                    <a:pt x="13004" y="1461"/>
                  </a:cubicBezTo>
                  <a:lnTo>
                    <a:pt x="10908" y="3557"/>
                  </a:lnTo>
                  <a:lnTo>
                    <a:pt x="9449" y="2098"/>
                  </a:lnTo>
                  <a:cubicBezTo>
                    <a:pt x="9324" y="1974"/>
                    <a:pt x="9161" y="1911"/>
                    <a:pt x="8998" y="1911"/>
                  </a:cubicBezTo>
                  <a:cubicBezTo>
                    <a:pt x="8836" y="1911"/>
                    <a:pt x="8674" y="1973"/>
                    <a:pt x="8550" y="2095"/>
                  </a:cubicBezTo>
                  <a:lnTo>
                    <a:pt x="5139" y="5470"/>
                  </a:lnTo>
                  <a:lnTo>
                    <a:pt x="3677" y="4007"/>
                  </a:lnTo>
                  <a:cubicBezTo>
                    <a:pt x="3552" y="3883"/>
                    <a:pt x="3389" y="3821"/>
                    <a:pt x="3226" y="3821"/>
                  </a:cubicBezTo>
                  <a:cubicBezTo>
                    <a:pt x="3065" y="3821"/>
                    <a:pt x="2903" y="3882"/>
                    <a:pt x="2780" y="4003"/>
                  </a:cubicBezTo>
                  <a:lnTo>
                    <a:pt x="1275" y="5485"/>
                  </a:lnTo>
                  <a:lnTo>
                    <a:pt x="1275" y="638"/>
                  </a:lnTo>
                  <a:cubicBezTo>
                    <a:pt x="1275" y="286"/>
                    <a:pt x="989" y="1"/>
                    <a:pt x="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109">
              <a:extLst>
                <a:ext uri="{FF2B5EF4-FFF2-40B4-BE49-F238E27FC236}">
                  <a16:creationId xmlns:a16="http://schemas.microsoft.com/office/drawing/2014/main" id="{13EBAC53-B946-6745-2DC6-E1AA3D19E7E1}"/>
                </a:ext>
              </a:extLst>
            </p:cNvPr>
            <p:cNvSpPr/>
            <p:nvPr/>
          </p:nvSpPr>
          <p:spPr>
            <a:xfrm>
              <a:off x="2503581" y="4885568"/>
              <a:ext cx="103842" cy="20655"/>
            </a:xfrm>
            <a:custGeom>
              <a:avLst/>
              <a:gdLst/>
              <a:ahLst/>
              <a:cxnLst/>
              <a:rect l="l" t="t" r="r" b="b"/>
              <a:pathLst>
                <a:path w="6411" h="1275" extrusionOk="0">
                  <a:moveTo>
                    <a:pt x="637" y="0"/>
                  </a:moveTo>
                  <a:cubicBezTo>
                    <a:pt x="285" y="0"/>
                    <a:pt x="1" y="286"/>
                    <a:pt x="1" y="637"/>
                  </a:cubicBezTo>
                  <a:cubicBezTo>
                    <a:pt x="1" y="989"/>
                    <a:pt x="285" y="1274"/>
                    <a:pt x="637" y="1274"/>
                  </a:cubicBezTo>
                  <a:lnTo>
                    <a:pt x="5774" y="1274"/>
                  </a:lnTo>
                  <a:cubicBezTo>
                    <a:pt x="6125" y="1274"/>
                    <a:pt x="6411" y="989"/>
                    <a:pt x="6411" y="637"/>
                  </a:cubicBezTo>
                  <a:cubicBezTo>
                    <a:pt x="6411" y="286"/>
                    <a:pt x="6125" y="0"/>
                    <a:pt x="5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109">
              <a:extLst>
                <a:ext uri="{FF2B5EF4-FFF2-40B4-BE49-F238E27FC236}">
                  <a16:creationId xmlns:a16="http://schemas.microsoft.com/office/drawing/2014/main" id="{178F1FE1-931C-C3A5-A8C6-D04BBFDA9A85}"/>
                </a:ext>
              </a:extLst>
            </p:cNvPr>
            <p:cNvSpPr/>
            <p:nvPr/>
          </p:nvSpPr>
          <p:spPr>
            <a:xfrm>
              <a:off x="2503581" y="4844323"/>
              <a:ext cx="62587" cy="20639"/>
            </a:xfrm>
            <a:custGeom>
              <a:avLst/>
              <a:gdLst/>
              <a:ahLst/>
              <a:cxnLst/>
              <a:rect l="l" t="t" r="r" b="b"/>
              <a:pathLst>
                <a:path w="3864" h="1274" extrusionOk="0">
                  <a:moveTo>
                    <a:pt x="637" y="0"/>
                  </a:moveTo>
                  <a:cubicBezTo>
                    <a:pt x="285" y="0"/>
                    <a:pt x="1" y="285"/>
                    <a:pt x="1" y="637"/>
                  </a:cubicBezTo>
                  <a:cubicBezTo>
                    <a:pt x="1" y="989"/>
                    <a:pt x="285" y="1273"/>
                    <a:pt x="637" y="1273"/>
                  </a:cubicBezTo>
                  <a:lnTo>
                    <a:pt x="3227" y="1273"/>
                  </a:lnTo>
                  <a:cubicBezTo>
                    <a:pt x="3577" y="1273"/>
                    <a:pt x="3863" y="989"/>
                    <a:pt x="3863" y="637"/>
                  </a:cubicBezTo>
                  <a:cubicBezTo>
                    <a:pt x="3863" y="285"/>
                    <a:pt x="3577" y="0"/>
                    <a:pt x="3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68" name="Google Shape;4768;p109">
            <a:extLst>
              <a:ext uri="{FF2B5EF4-FFF2-40B4-BE49-F238E27FC236}">
                <a16:creationId xmlns:a16="http://schemas.microsoft.com/office/drawing/2014/main" id="{D79DC726-CBED-4320-E715-C8998EC88A38}"/>
              </a:ext>
            </a:extLst>
          </p:cNvPr>
          <p:cNvSpPr/>
          <p:nvPr/>
        </p:nvSpPr>
        <p:spPr>
          <a:xfrm>
            <a:off x="1481950" y="3371264"/>
            <a:ext cx="339830" cy="339154"/>
          </a:xfrm>
          <a:custGeom>
            <a:avLst/>
            <a:gdLst/>
            <a:ahLst/>
            <a:cxnLst/>
            <a:rect l="l" t="t" r="r" b="b"/>
            <a:pathLst>
              <a:path w="11551" h="11528" extrusionOk="0">
                <a:moveTo>
                  <a:pt x="5478" y="691"/>
                </a:moveTo>
                <a:lnTo>
                  <a:pt x="5478" y="2501"/>
                </a:lnTo>
                <a:lnTo>
                  <a:pt x="6240" y="3240"/>
                </a:lnTo>
                <a:lnTo>
                  <a:pt x="5478" y="3978"/>
                </a:lnTo>
                <a:lnTo>
                  <a:pt x="5478" y="5502"/>
                </a:lnTo>
                <a:lnTo>
                  <a:pt x="4239" y="5502"/>
                </a:lnTo>
                <a:lnTo>
                  <a:pt x="3215" y="4478"/>
                </a:lnTo>
                <a:lnTo>
                  <a:pt x="2215" y="5502"/>
                </a:lnTo>
                <a:lnTo>
                  <a:pt x="763" y="5502"/>
                </a:lnTo>
                <a:cubicBezTo>
                  <a:pt x="882" y="2906"/>
                  <a:pt x="2930" y="858"/>
                  <a:pt x="5478" y="691"/>
                </a:cubicBezTo>
                <a:close/>
                <a:moveTo>
                  <a:pt x="6121" y="715"/>
                </a:moveTo>
                <a:cubicBezTo>
                  <a:pt x="8693" y="858"/>
                  <a:pt x="10765" y="2906"/>
                  <a:pt x="10884" y="5502"/>
                </a:cubicBezTo>
                <a:lnTo>
                  <a:pt x="9145" y="5502"/>
                </a:lnTo>
                <a:lnTo>
                  <a:pt x="8407" y="6240"/>
                </a:lnTo>
                <a:lnTo>
                  <a:pt x="7669" y="5502"/>
                </a:lnTo>
                <a:lnTo>
                  <a:pt x="6121" y="5502"/>
                </a:lnTo>
                <a:lnTo>
                  <a:pt x="6121" y="4264"/>
                </a:lnTo>
                <a:lnTo>
                  <a:pt x="7121" y="3240"/>
                </a:lnTo>
                <a:lnTo>
                  <a:pt x="6121" y="2216"/>
                </a:lnTo>
                <a:lnTo>
                  <a:pt x="6121" y="715"/>
                </a:lnTo>
                <a:close/>
                <a:moveTo>
                  <a:pt x="10836" y="6121"/>
                </a:moveTo>
                <a:cubicBezTo>
                  <a:pt x="10669" y="8669"/>
                  <a:pt x="8645" y="10646"/>
                  <a:pt x="6145" y="10812"/>
                </a:cubicBezTo>
                <a:lnTo>
                  <a:pt x="6145" y="9169"/>
                </a:lnTo>
                <a:lnTo>
                  <a:pt x="5406" y="8431"/>
                </a:lnTo>
                <a:lnTo>
                  <a:pt x="6145" y="7669"/>
                </a:lnTo>
                <a:lnTo>
                  <a:pt x="6145" y="6121"/>
                </a:lnTo>
                <a:lnTo>
                  <a:pt x="7383" y="6121"/>
                </a:lnTo>
                <a:lnTo>
                  <a:pt x="8407" y="7145"/>
                </a:lnTo>
                <a:lnTo>
                  <a:pt x="9407" y="6121"/>
                </a:lnTo>
                <a:close/>
                <a:moveTo>
                  <a:pt x="3215" y="5454"/>
                </a:moveTo>
                <a:lnTo>
                  <a:pt x="3978" y="6192"/>
                </a:lnTo>
                <a:lnTo>
                  <a:pt x="5478" y="6192"/>
                </a:lnTo>
                <a:lnTo>
                  <a:pt x="5478" y="7431"/>
                </a:lnTo>
                <a:lnTo>
                  <a:pt x="4478" y="8455"/>
                </a:lnTo>
                <a:lnTo>
                  <a:pt x="5478" y="9455"/>
                </a:lnTo>
                <a:lnTo>
                  <a:pt x="5478" y="10836"/>
                </a:lnTo>
                <a:cubicBezTo>
                  <a:pt x="2977" y="10646"/>
                  <a:pt x="953" y="8669"/>
                  <a:pt x="763" y="6192"/>
                </a:cubicBezTo>
                <a:lnTo>
                  <a:pt x="2477" y="6192"/>
                </a:lnTo>
                <a:lnTo>
                  <a:pt x="3215" y="5454"/>
                </a:lnTo>
                <a:close/>
                <a:moveTo>
                  <a:pt x="5707" y="0"/>
                </a:moveTo>
                <a:cubicBezTo>
                  <a:pt x="4233" y="0"/>
                  <a:pt x="2768" y="639"/>
                  <a:pt x="1715" y="1692"/>
                </a:cubicBezTo>
                <a:cubicBezTo>
                  <a:pt x="596" y="2787"/>
                  <a:pt x="0" y="4287"/>
                  <a:pt x="0" y="5835"/>
                </a:cubicBezTo>
                <a:cubicBezTo>
                  <a:pt x="48" y="7359"/>
                  <a:pt x="643" y="8788"/>
                  <a:pt x="1739" y="9860"/>
                </a:cubicBezTo>
                <a:cubicBezTo>
                  <a:pt x="2769" y="10866"/>
                  <a:pt x="4235" y="11528"/>
                  <a:pt x="5709" y="11528"/>
                </a:cubicBezTo>
                <a:cubicBezTo>
                  <a:pt x="5735" y="11528"/>
                  <a:pt x="5761" y="11527"/>
                  <a:pt x="5787" y="11527"/>
                </a:cubicBezTo>
                <a:cubicBezTo>
                  <a:pt x="5813" y="11527"/>
                  <a:pt x="5838" y="11528"/>
                  <a:pt x="5863" y="11528"/>
                </a:cubicBezTo>
                <a:cubicBezTo>
                  <a:pt x="7293" y="11528"/>
                  <a:pt x="8783" y="10866"/>
                  <a:pt x="9836" y="9860"/>
                </a:cubicBezTo>
                <a:cubicBezTo>
                  <a:pt x="10908" y="8788"/>
                  <a:pt x="11503" y="7359"/>
                  <a:pt x="11551" y="5835"/>
                </a:cubicBezTo>
                <a:lnTo>
                  <a:pt x="11551" y="5502"/>
                </a:lnTo>
                <a:cubicBezTo>
                  <a:pt x="11431" y="4073"/>
                  <a:pt x="10908" y="2716"/>
                  <a:pt x="9860" y="1692"/>
                </a:cubicBezTo>
                <a:cubicBezTo>
                  <a:pt x="8830" y="662"/>
                  <a:pt x="7317" y="0"/>
                  <a:pt x="5864" y="0"/>
                </a:cubicBezTo>
                <a:cubicBezTo>
                  <a:pt x="5839" y="0"/>
                  <a:pt x="5813" y="0"/>
                  <a:pt x="5787" y="1"/>
                </a:cubicBezTo>
                <a:cubicBezTo>
                  <a:pt x="5761" y="0"/>
                  <a:pt x="5734" y="0"/>
                  <a:pt x="57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6F7"/>
              </a:solidFill>
            </a:endParaRPr>
          </a:p>
        </p:txBody>
      </p:sp>
      <p:sp>
        <p:nvSpPr>
          <p:cNvPr id="6" name="Google Shape;4698;p109">
            <a:extLst>
              <a:ext uri="{FF2B5EF4-FFF2-40B4-BE49-F238E27FC236}">
                <a16:creationId xmlns:a16="http://schemas.microsoft.com/office/drawing/2014/main" id="{39D7517F-B6C6-D255-E959-6F4E8F823F9B}"/>
              </a:ext>
            </a:extLst>
          </p:cNvPr>
          <p:cNvSpPr txBox="1">
            <a:spLocks/>
          </p:cNvSpPr>
          <p:nvPr/>
        </p:nvSpPr>
        <p:spPr>
          <a:xfrm>
            <a:off x="1502278" y="2555639"/>
            <a:ext cx="6355146" cy="158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Federal  Government can deploy it as a unified emergency reporting platform across States &amp; LGAs.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Security agencies (Police, NSCDC), emergency services (FRSC, Fire Service, NEMA), and health responders can use it to receive structured real-time incident reports.</a:t>
            </a:r>
          </a:p>
        </p:txBody>
      </p:sp>
    </p:spTree>
    <p:extLst>
      <p:ext uri="{BB962C8B-B14F-4D97-AF65-F5344CB8AC3E}">
        <p14:creationId xmlns:p14="http://schemas.microsoft.com/office/powerpoint/2010/main" val="54872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4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4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71"/>
          <p:cNvSpPr txBox="1">
            <a:spLocks noGrp="1"/>
          </p:cNvSpPr>
          <p:nvPr>
            <p:ph type="title"/>
          </p:nvPr>
        </p:nvSpPr>
        <p:spPr>
          <a:xfrm>
            <a:off x="746889" y="1166785"/>
            <a:ext cx="3368651" cy="592657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SCALABILITY</a:t>
            </a:r>
            <a:endParaRPr lang="en-US" dirty="0"/>
          </a:p>
        </p:txBody>
      </p:sp>
      <p:sp>
        <p:nvSpPr>
          <p:cNvPr id="3008" name="Google Shape;3008;p71"/>
          <p:cNvSpPr txBox="1">
            <a:spLocks noGrp="1"/>
          </p:cNvSpPr>
          <p:nvPr>
            <p:ph type="subTitle" idx="1"/>
          </p:nvPr>
        </p:nvSpPr>
        <p:spPr>
          <a:xfrm>
            <a:off x="788944" y="1886743"/>
            <a:ext cx="7650221" cy="1670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Easy expansion to new state &amp; new agency with simple routing updates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Can sustain a lot of users</a:t>
            </a:r>
          </a:p>
          <a:p>
            <a:pPr marL="0" lvl="0" indent="0"/>
            <a:endParaRPr lang="en-US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Multiple Agencies.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Voice-detection Enhancement</a:t>
            </a:r>
          </a:p>
          <a:p>
            <a:pPr marL="0" lvl="0" indent="0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Google Shape;4151;p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ADVANTAGES OF THE SOLUTION </a:t>
            </a:r>
            <a:endParaRPr lang="en-US" dirty="0"/>
          </a:p>
        </p:txBody>
      </p:sp>
      <p:sp>
        <p:nvSpPr>
          <p:cNvPr id="4207" name="Google Shape;4207;p98"/>
          <p:cNvSpPr txBox="1">
            <a:spLocks noGrp="1"/>
          </p:cNvSpPr>
          <p:nvPr>
            <p:ph type="subTitle" idx="1"/>
          </p:nvPr>
        </p:nvSpPr>
        <p:spPr>
          <a:xfrm flipH="1">
            <a:off x="1838906" y="1446973"/>
            <a:ext cx="2415538" cy="794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 dirty="0"/>
              <a:t>Safer Communities</a:t>
            </a:r>
            <a:endParaRPr dirty="0"/>
          </a:p>
        </p:txBody>
      </p:sp>
      <p:sp>
        <p:nvSpPr>
          <p:cNvPr id="4208" name="Google Shape;4208;p98"/>
          <p:cNvSpPr txBox="1">
            <a:spLocks noGrp="1"/>
          </p:cNvSpPr>
          <p:nvPr>
            <p:ph type="subTitle" idx="2"/>
          </p:nvPr>
        </p:nvSpPr>
        <p:spPr>
          <a:xfrm>
            <a:off x="1814258" y="2729485"/>
            <a:ext cx="5515483" cy="1030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100" dirty="0">
                <a:latin typeface="Aldrich"/>
                <a:ea typeface="Aldrich"/>
                <a:cs typeface="Aldrich"/>
                <a:sym typeface="Aldrich"/>
              </a:rPr>
              <a:t>Boosts public confidence &amp; strengthens trust in Agencies</a:t>
            </a:r>
            <a:endParaRPr sz="2100" dirty="0"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4209" name="Google Shape;4209;p98"/>
          <p:cNvSpPr txBox="1">
            <a:spLocks noGrp="1"/>
          </p:cNvSpPr>
          <p:nvPr>
            <p:ph type="subTitle" idx="3"/>
          </p:nvPr>
        </p:nvSpPr>
        <p:spPr>
          <a:xfrm flipH="1">
            <a:off x="5223384" y="1328753"/>
            <a:ext cx="2777446" cy="1030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/>
            <a:r>
              <a:rPr lang="en-US" dirty="0"/>
              <a:t>Easy-to-use and save time</a:t>
            </a:r>
            <a:endParaRPr dirty="0"/>
          </a:p>
        </p:txBody>
      </p:sp>
      <p:sp>
        <p:nvSpPr>
          <p:cNvPr id="2" name="Google Shape;2847;p65">
            <a:extLst>
              <a:ext uri="{FF2B5EF4-FFF2-40B4-BE49-F238E27FC236}">
                <a16:creationId xmlns:a16="http://schemas.microsoft.com/office/drawing/2014/main" id="{D9105AFC-BFE3-096C-AB67-C5DB19042A4E}"/>
              </a:ext>
            </a:extLst>
          </p:cNvPr>
          <p:cNvSpPr/>
          <p:nvPr/>
        </p:nvSpPr>
        <p:spPr>
          <a:xfrm>
            <a:off x="1463040" y="1567020"/>
            <a:ext cx="375866" cy="287906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847;p65">
            <a:extLst>
              <a:ext uri="{FF2B5EF4-FFF2-40B4-BE49-F238E27FC236}">
                <a16:creationId xmlns:a16="http://schemas.microsoft.com/office/drawing/2014/main" id="{FB9DC6B7-5292-9B68-145E-891E056A3E85}"/>
              </a:ext>
            </a:extLst>
          </p:cNvPr>
          <p:cNvSpPr/>
          <p:nvPr/>
        </p:nvSpPr>
        <p:spPr>
          <a:xfrm>
            <a:off x="2177143" y="2828015"/>
            <a:ext cx="375866" cy="287906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847;p65">
            <a:extLst>
              <a:ext uri="{FF2B5EF4-FFF2-40B4-BE49-F238E27FC236}">
                <a16:creationId xmlns:a16="http://schemas.microsoft.com/office/drawing/2014/main" id="{06A150E2-2A6C-DAEF-15AD-AEAFBCF71AE0}"/>
              </a:ext>
            </a:extLst>
          </p:cNvPr>
          <p:cNvSpPr/>
          <p:nvPr/>
        </p:nvSpPr>
        <p:spPr>
          <a:xfrm>
            <a:off x="5223384" y="1427675"/>
            <a:ext cx="375866" cy="287906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4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0" name="Google Shape;3450;p83"/>
          <p:cNvGrpSpPr/>
          <p:nvPr/>
        </p:nvGrpSpPr>
        <p:grpSpPr>
          <a:xfrm>
            <a:off x="5995523" y="473638"/>
            <a:ext cx="793256" cy="182899"/>
            <a:chOff x="2685575" y="2835950"/>
            <a:chExt cx="433000" cy="99825"/>
          </a:xfrm>
        </p:grpSpPr>
        <p:sp>
          <p:nvSpPr>
            <p:cNvPr id="3451" name="Google Shape;3451;p8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8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8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8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6" name="Google Shape;3456;p8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7" name="Google Shape;3457;p8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8" name="Google Shape;3458;p83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9" name="Google Shape;3459;p83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0" name="Google Shape;3460;p83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AD539ED-4209-62CB-2053-F4265A483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71" y="0"/>
            <a:ext cx="9028229" cy="506034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443" name="Google Shape;3443;p83"/>
          <p:cNvSpPr txBox="1">
            <a:spLocks noGrp="1"/>
          </p:cNvSpPr>
          <p:nvPr>
            <p:ph type="title"/>
          </p:nvPr>
        </p:nvSpPr>
        <p:spPr>
          <a:xfrm>
            <a:off x="3540774" y="4748529"/>
            <a:ext cx="2848767" cy="324662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</a:rPr>
              <a:t>Architecture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6">
          <a:extLst>
            <a:ext uri="{FF2B5EF4-FFF2-40B4-BE49-F238E27FC236}">
              <a16:creationId xmlns:a16="http://schemas.microsoft.com/office/drawing/2014/main" id="{5AACDF3A-146C-B59D-03FF-7D034C0B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83">
            <a:extLst>
              <a:ext uri="{FF2B5EF4-FFF2-40B4-BE49-F238E27FC236}">
                <a16:creationId xmlns:a16="http://schemas.microsoft.com/office/drawing/2014/main" id="{49FA1396-FCE5-F31B-346A-AE0608B5DB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9157" y="188930"/>
            <a:ext cx="4727357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TESTING DATA SAMPLE</a:t>
            </a:r>
            <a:endParaRPr lang="en-US" dirty="0"/>
          </a:p>
        </p:txBody>
      </p:sp>
      <p:grpSp>
        <p:nvGrpSpPr>
          <p:cNvPr id="3450" name="Google Shape;3450;p83">
            <a:extLst>
              <a:ext uri="{FF2B5EF4-FFF2-40B4-BE49-F238E27FC236}">
                <a16:creationId xmlns:a16="http://schemas.microsoft.com/office/drawing/2014/main" id="{85F58EE6-7E71-3149-AAE3-C8D22FD962FD}"/>
              </a:ext>
            </a:extLst>
          </p:cNvPr>
          <p:cNvGrpSpPr/>
          <p:nvPr/>
        </p:nvGrpSpPr>
        <p:grpSpPr>
          <a:xfrm>
            <a:off x="5626408" y="722871"/>
            <a:ext cx="793256" cy="182899"/>
            <a:chOff x="2685575" y="2835950"/>
            <a:chExt cx="433000" cy="99825"/>
          </a:xfrm>
        </p:grpSpPr>
        <p:sp>
          <p:nvSpPr>
            <p:cNvPr id="3451" name="Google Shape;3451;p83">
              <a:extLst>
                <a:ext uri="{FF2B5EF4-FFF2-40B4-BE49-F238E27FC236}">
                  <a16:creationId xmlns:a16="http://schemas.microsoft.com/office/drawing/2014/main" id="{08F0666C-5B52-6FF6-46FA-79655AB31D3E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83">
              <a:extLst>
                <a:ext uri="{FF2B5EF4-FFF2-40B4-BE49-F238E27FC236}">
                  <a16:creationId xmlns:a16="http://schemas.microsoft.com/office/drawing/2014/main" id="{D9801A67-FD90-7B97-F30C-102C30BAEBF8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83">
              <a:extLst>
                <a:ext uri="{FF2B5EF4-FFF2-40B4-BE49-F238E27FC236}">
                  <a16:creationId xmlns:a16="http://schemas.microsoft.com/office/drawing/2014/main" id="{5104090A-A5EF-75F7-1E6E-92182AAEE751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83">
              <a:extLst>
                <a:ext uri="{FF2B5EF4-FFF2-40B4-BE49-F238E27FC236}">
                  <a16:creationId xmlns:a16="http://schemas.microsoft.com/office/drawing/2014/main" id="{150E955A-61FB-7A70-194E-BB657FF64AD0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55" name="Google Shape;3455;p83">
            <a:extLst>
              <a:ext uri="{FF2B5EF4-FFF2-40B4-BE49-F238E27FC236}">
                <a16:creationId xmlns:a16="http://schemas.microsoft.com/office/drawing/2014/main" id="{FB72AC61-BEC0-A709-D137-93B7615C33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1689" y="-1039825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6" name="Google Shape;3456;p83">
            <a:extLst>
              <a:ext uri="{FF2B5EF4-FFF2-40B4-BE49-F238E27FC236}">
                <a16:creationId xmlns:a16="http://schemas.microsoft.com/office/drawing/2014/main" id="{C426D99C-EE0C-EC01-B8CD-9F9FC2D8139D}"/>
              </a:ext>
            </a:extLst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7" name="Google Shape;3457;p83">
            <a:extLst>
              <a:ext uri="{FF2B5EF4-FFF2-40B4-BE49-F238E27FC236}">
                <a16:creationId xmlns:a16="http://schemas.microsoft.com/office/drawing/2014/main" id="{5962F1FC-F062-9BFE-A95F-E0CD5D7378B9}"/>
              </a:ext>
            </a:extLst>
          </p:cNvPr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8" name="Google Shape;3458;p83">
            <a:hlinkClick r:id="rId4" action="ppaction://hlinksldjump"/>
            <a:extLst>
              <a:ext uri="{FF2B5EF4-FFF2-40B4-BE49-F238E27FC236}">
                <a16:creationId xmlns:a16="http://schemas.microsoft.com/office/drawing/2014/main" id="{40C72CD8-D5A3-3C2D-1F7E-0FEA5832F7CD}"/>
              </a:ext>
            </a:extLst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9" name="Google Shape;3459;p8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9A3DA9F-955B-6186-0821-1D9733DF668F}"/>
              </a:ext>
            </a:extLst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0" name="Google Shape;3460;p8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6F800E-693E-41BD-CA6A-EB53CC4D2B18}"/>
              </a:ext>
            </a:extLst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4037D-B381-19A0-22CF-B04024867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594" y="705649"/>
            <a:ext cx="6925848" cy="391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2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CA39AB-81C8-A8B8-9076-19FBF7DB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14" y="509221"/>
            <a:ext cx="7713000" cy="420600"/>
          </a:xfrm>
        </p:spPr>
        <p:txBody>
          <a:bodyPr/>
          <a:lstStyle/>
          <a:p>
            <a:r>
              <a:rPr lang="en-US" dirty="0"/>
              <a:t>Why the Algorithm fits the problem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BFC086-F3F9-0B52-B77A-CFF7C95824EE}"/>
              </a:ext>
            </a:extLst>
          </p:cNvPr>
          <p:cNvSpPr txBox="1"/>
          <p:nvPr/>
        </p:nvSpPr>
        <p:spPr>
          <a:xfrm>
            <a:off x="1004224" y="1171366"/>
            <a:ext cx="7713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Gemini LLM understands short, messy, informal Nigerian English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( abbreviations, urgency).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Great for multi-class text classification without heavy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Perfect for real-time emergency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New categories can be added without retraining a full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853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84"/>
          <p:cNvSpPr txBox="1">
            <a:spLocks noGrp="1"/>
          </p:cNvSpPr>
          <p:nvPr>
            <p:ph type="subTitle" idx="1"/>
          </p:nvPr>
        </p:nvSpPr>
        <p:spPr>
          <a:xfrm flipH="1">
            <a:off x="5218648" y="1345135"/>
            <a:ext cx="3373435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Data Privacy Concern</a:t>
            </a:r>
            <a:endParaRPr dirty="0"/>
          </a:p>
        </p:txBody>
      </p:sp>
      <p:sp>
        <p:nvSpPr>
          <p:cNvPr id="3466" name="Google Shape;3466;p84"/>
          <p:cNvSpPr txBox="1">
            <a:spLocks noGrp="1"/>
          </p:cNvSpPr>
          <p:nvPr>
            <p:ph type="subTitle" idx="2"/>
          </p:nvPr>
        </p:nvSpPr>
        <p:spPr>
          <a:xfrm flipH="1">
            <a:off x="4999841" y="1799480"/>
            <a:ext cx="3650981" cy="16811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 NIN will not be disclosed when sending report to agencies.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Anonymous mode for sensitive cases (future)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Full end-to-end encryption</a:t>
            </a:r>
            <a:endParaRPr sz="1600" dirty="0"/>
          </a:p>
        </p:txBody>
      </p:sp>
      <p:sp>
        <p:nvSpPr>
          <p:cNvPr id="3467" name="Google Shape;3467;p84"/>
          <p:cNvSpPr txBox="1">
            <a:spLocks noGrp="1"/>
          </p:cNvSpPr>
          <p:nvPr>
            <p:ph type="subTitle" idx="3"/>
          </p:nvPr>
        </p:nvSpPr>
        <p:spPr>
          <a:xfrm flipH="1">
            <a:off x="1018330" y="1378554"/>
            <a:ext cx="3125831" cy="705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False Alerts/Prank</a:t>
            </a:r>
            <a:endParaRPr dirty="0"/>
          </a:p>
        </p:txBody>
      </p:sp>
      <p:sp>
        <p:nvSpPr>
          <p:cNvPr id="3468" name="Google Shape;3468;p84"/>
          <p:cNvSpPr txBox="1">
            <a:spLocks noGrp="1"/>
          </p:cNvSpPr>
          <p:nvPr>
            <p:ph type="subTitle" idx="4"/>
          </p:nvPr>
        </p:nvSpPr>
        <p:spPr>
          <a:xfrm flipH="1">
            <a:off x="1018329" y="1922436"/>
            <a:ext cx="3380870" cy="939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/>
              <a:t>Mandatory of  NIN verification to ensure traceability and discourage misuse.</a:t>
            </a:r>
            <a:endParaRPr sz="1800" dirty="0"/>
          </a:p>
        </p:txBody>
      </p:sp>
      <p:sp>
        <p:nvSpPr>
          <p:cNvPr id="3471" name="Google Shape;3471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RISK &amp; MITIGATIONS </a:t>
            </a:r>
            <a:endParaRPr lang="en-US" dirty="0"/>
          </a:p>
        </p:txBody>
      </p:sp>
      <p:sp>
        <p:nvSpPr>
          <p:cNvPr id="3476" name="Google Shape;3476;p84"/>
          <p:cNvSpPr/>
          <p:nvPr/>
        </p:nvSpPr>
        <p:spPr>
          <a:xfrm>
            <a:off x="5351115" y="426523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7" name="Google Shape;3477;p84"/>
          <p:cNvGrpSpPr/>
          <p:nvPr/>
        </p:nvGrpSpPr>
        <p:grpSpPr>
          <a:xfrm rot="5400000" flipH="1">
            <a:off x="4439624" y="2480301"/>
            <a:ext cx="793256" cy="182899"/>
            <a:chOff x="2685575" y="2835950"/>
            <a:chExt cx="433000" cy="99825"/>
          </a:xfrm>
        </p:grpSpPr>
        <p:sp>
          <p:nvSpPr>
            <p:cNvPr id="3478" name="Google Shape;3478;p8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8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8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8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2" name="Google Shape;3482;p8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3" name="Google Shape;3483;p8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4" name="Google Shape;3484;p84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5" name="Google Shape;3485;p84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6" name="Google Shape;3486;p84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6" name="Google Shape;6726;p117"/>
          <p:cNvSpPr txBox="1">
            <a:spLocks noGrp="1"/>
          </p:cNvSpPr>
          <p:nvPr>
            <p:ph type="title"/>
          </p:nvPr>
        </p:nvSpPr>
        <p:spPr>
          <a:xfrm>
            <a:off x="3070910" y="1335990"/>
            <a:ext cx="3418538" cy="187362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</a:t>
            </a:r>
            <a:br>
              <a:rPr lang="en" dirty="0"/>
            </a:br>
            <a:r>
              <a:rPr lang="en" dirty="0"/>
              <a:t>YOU</a:t>
            </a:r>
            <a:endParaRPr dirty="0"/>
          </a:p>
        </p:txBody>
      </p:sp>
      <p:cxnSp>
        <p:nvCxnSpPr>
          <p:cNvPr id="6770" name="Google Shape;6770;p117"/>
          <p:cNvCxnSpPr/>
          <p:nvPr/>
        </p:nvCxnSpPr>
        <p:spPr>
          <a:xfrm>
            <a:off x="3202479" y="3209610"/>
            <a:ext cx="315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1E73C7A-8B75-4518-0DD8-26B43C060A8C}"/>
              </a:ext>
            </a:extLst>
          </p:cNvPr>
          <p:cNvSpPr/>
          <p:nvPr/>
        </p:nvSpPr>
        <p:spPr>
          <a:xfrm>
            <a:off x="725714" y="3429220"/>
            <a:ext cx="3599543" cy="1212644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2580</TotalTime>
  <Words>418</Words>
  <Application>Microsoft Office PowerPoint</Application>
  <PresentationFormat>On-screen Show (16:9)</PresentationFormat>
  <Paragraphs>70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Aldrich</vt:lpstr>
      <vt:lpstr>Arial</vt:lpstr>
      <vt:lpstr>Bai Jamjuree</vt:lpstr>
      <vt:lpstr>Data Science Project Proposal XL by Slidesgo</vt:lpstr>
      <vt:lpstr>SafeNaija AI-Powered Emergency &amp; Crime Reporting System   </vt:lpstr>
      <vt:lpstr>01</vt:lpstr>
      <vt:lpstr>KEY FEATURES</vt:lpstr>
      <vt:lpstr>NOVEL FEATURES </vt:lpstr>
      <vt:lpstr>ECONOMIC PROSPECT &amp; MARKETABILITY </vt:lpstr>
      <vt:lpstr>SCALABILITY</vt:lpstr>
      <vt:lpstr>ADVANTAGES OF THE SOLUTION </vt:lpstr>
      <vt:lpstr>Architecture</vt:lpstr>
      <vt:lpstr>TESTING DATA SAMPLE</vt:lpstr>
      <vt:lpstr>Why the Algorithm fits the problem</vt:lpstr>
      <vt:lpstr>RISK &amp; MITIGATIONS 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SafeNaija AI-Powered Emergency &amp; Crime Reporting System   </dc:title>
  <dc:creator>Daniel Ella</dc:creator>
  <cp:lastModifiedBy>Peter</cp:lastModifiedBy>
  <cp:revision>8</cp:revision>
  <dcterms:modified xsi:type="dcterms:W3CDTF">2026-03-27T14:20:23Z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2025-11-16T11:51:20Z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3d8a04df-6c0e-4ade-af8c-32a0717eb1ac</vt:lpwstr>
  </property>
  <property fmtid="{D5CDD505-2E9C-101B-9397-08002B2CF9AE}" pid="7" name="MSIP_Label_defa4170-0d19-0005-0004-bc88714345d2_ActionId">
    <vt:lpwstr>5d6d5ded-c24f-46a2-8790-5154332471ef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